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83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13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B6764-20F3-5D89-A421-5F38D850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00536-2DB4-F88E-8745-3012EB174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B8243-D1ED-37F6-6B8A-1E71BC893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3B074-047D-D2FE-B4D2-5540D459B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84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17F80-CCA5-E784-02B8-E81113E0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F17C-98DB-4916-AC31-E43A76D2944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1E62A-33CC-D0B5-7711-BC02A1664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0F633-F959-65A6-B3C9-AFB5F85A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11C61-94C8-40FE-9EF7-EB845BAB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8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 Microarchitecture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6355080" cy="2432304"/>
          </a:xfrm>
          <a:prstGeom prst="rect">
            <a:avLst/>
          </a:prstGeom>
          <a:solidFill>
            <a:srgbClr val="FFFFFF"/>
          </a:solidFill>
          <a:ln w="15875">
            <a:solidFill>
              <a:srgbClr val="B6C2C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75488" y="1042416"/>
            <a:ext cx="6227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 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82373" y="176848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[15:0]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20627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[15:0]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44168" y="1938528"/>
            <a:ext cx="539496" cy="27432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68173" y="1847248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323714" y="1675117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 flipV="1">
            <a:off x="1323714" y="2292016"/>
            <a:ext cx="568934" cy="92001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31036" y="2240279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89888" y="214884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92808" y="188366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892808" y="19202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55064" y="2441447"/>
            <a:ext cx="1042416" cy="222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multiply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23160" y="2148840"/>
            <a:ext cx="704088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84348" y="2055876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746248" y="19156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479548" y="220065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36392" y="188366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136392" y="192024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323844" y="223394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+ product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V="1">
            <a:off x="3666743" y="2133360"/>
            <a:ext cx="731519" cy="1548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50208" y="2048256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3810000" y="190957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rot="5400000">
            <a:off x="4041648" y="1993392"/>
            <a:ext cx="1024128" cy="310896"/>
          </a:xfrm>
          <a:prstGeom prst="trapezoid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370832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277825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148840"/>
            <a:ext cx="521208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57800" y="1691640"/>
            <a:ext cx="841248" cy="93268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5257800" y="176479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94376" y="2002536"/>
            <a:ext cx="768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40-bit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rst_n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 rot="5400000">
            <a:off x="5277211" y="2450592"/>
            <a:ext cx="164592" cy="1371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956048" y="1207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rst_n     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01962" y="1428710"/>
            <a:ext cx="0" cy="24688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99048" y="2148840"/>
            <a:ext cx="393192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92240" y="2148840"/>
            <a:ext cx="91440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83680" y="2148840"/>
            <a:ext cx="0" cy="106984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H="1">
            <a:off x="3401568" y="3218688"/>
            <a:ext cx="3182112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3401568" y="2414016"/>
            <a:ext cx="0" cy="804672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315567" y="29809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feedback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85260" y="3111525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3607308" y="30175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338834" y="2962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 →  sign-extend 40 → 42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41648"/>
            <a:ext cx="6080760" cy="1883664"/>
          </a:xfrm>
          <a:prstGeom prst="rect">
            <a:avLst/>
          </a:prstGeom>
          <a:solidFill>
            <a:srgbClr val="FFFFFF"/>
          </a:solidFill>
          <a:ln w="15875">
            <a:solidFill>
              <a:srgbClr val="B6C2C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468112" y="40599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REQUANTIZE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76072" y="4690872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576072" y="4727448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251460" y="55275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BIAS = 2^11</a:t>
            </a:r>
            <a:endParaRPr lang="en-US" sz="850" b="1" dirty="0"/>
          </a:p>
        </p:txBody>
      </p:sp>
      <p:sp>
        <p:nvSpPr>
          <p:cNvPr id="55" name="Shape 53"/>
          <p:cNvSpPr/>
          <p:nvPr/>
        </p:nvSpPr>
        <p:spPr>
          <a:xfrm>
            <a:off x="1106424" y="4956048"/>
            <a:ext cx="539496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371600" y="4855464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1170432" y="457200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73352" y="4590288"/>
            <a:ext cx="969264" cy="749808"/>
          </a:xfrm>
          <a:prstGeom prst="roundRect">
            <a:avLst>
              <a:gd name="adj" fmla="val 1219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1673352" y="46634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 12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1709928" y="4919472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arithmetic right shift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642616" y="4956048"/>
            <a:ext cx="192024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793492" y="4914900"/>
            <a:ext cx="82296" cy="82296"/>
          </a:xfrm>
          <a:prstGeom prst="ellipse">
            <a:avLst/>
          </a:prstGeom>
          <a:solidFill>
            <a:srgbClr val="3D4A5C"/>
          </a:solidFill>
          <a:ln w="12700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2615184" y="55046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127248" y="4389120"/>
            <a:ext cx="987552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3127248" y="44805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MAX_V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127248" y="5065776"/>
            <a:ext cx="987552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 txBox="1"/>
          <p:nvPr/>
        </p:nvSpPr>
        <p:spPr>
          <a:xfrm>
            <a:off x="3127248" y="515721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MIN_V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 flipV="1">
            <a:off x="2834640" y="4617720"/>
            <a:ext cx="0" cy="33832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34640" y="4617720"/>
            <a:ext cx="292608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834640" y="4956048"/>
            <a:ext cx="0" cy="33832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834640" y="5294376"/>
            <a:ext cx="292608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834640" y="4956048"/>
            <a:ext cx="1755648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 rot="5400000">
            <a:off x="4160520" y="4800600"/>
            <a:ext cx="1188720" cy="310896"/>
          </a:xfrm>
          <a:prstGeom prst="trapezoid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4572000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4041648" y="56677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/ under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114800" y="4617720"/>
            <a:ext cx="449580" cy="9145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 flipV="1">
            <a:off x="4114800" y="5285232"/>
            <a:ext cx="449580" cy="9144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910328" y="4956048"/>
            <a:ext cx="557784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390132" y="4855464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6097524" y="497586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495544" y="4700016"/>
            <a:ext cx="676656" cy="512064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5495544" y="481888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643116" y="4041648"/>
            <a:ext cx="1467612" cy="1883664"/>
          </a:xfrm>
          <a:prstGeom prst="rect">
            <a:avLst/>
          </a:prstGeom>
          <a:solidFill>
            <a:srgbClr val="FFFFFF"/>
          </a:solidFill>
          <a:ln w="15875">
            <a:solidFill>
              <a:srgbClr val="B6C2C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6739128" y="4059936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  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6172200" y="4956048"/>
            <a:ext cx="612648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6222492" y="46405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x_q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784848" y="4956048"/>
            <a:ext cx="0" cy="237744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784848" y="5193792"/>
            <a:ext cx="402336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 txBox="1"/>
          <p:nvPr/>
        </p:nvSpPr>
        <p:spPr>
          <a:xfrm>
            <a:off x="6696456" y="45902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'0'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949440" y="4718304"/>
            <a:ext cx="237744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 rot="5400000">
            <a:off x="6839712" y="4800600"/>
            <a:ext cx="1024128" cy="310896"/>
          </a:xfrm>
          <a:prstGeom prst="trapezoid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 txBox="1"/>
          <p:nvPr/>
        </p:nvSpPr>
        <p:spPr>
          <a:xfrm>
            <a:off x="7168896" y="48188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6638544" y="548640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bit  x[15]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8247888" y="4041648"/>
            <a:ext cx="2560320" cy="1883664"/>
          </a:xfrm>
          <a:prstGeom prst="rect">
            <a:avLst/>
          </a:prstGeom>
          <a:solidFill>
            <a:srgbClr val="FFFFFF"/>
          </a:solidFill>
          <a:ln w="15875">
            <a:solidFill>
              <a:srgbClr val="B6C2C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 txBox="1"/>
          <p:nvPr/>
        </p:nvSpPr>
        <p:spPr>
          <a:xfrm>
            <a:off x="9628632" y="4041648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REGISTER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507225" y="4956048"/>
            <a:ext cx="740663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 flipV="1">
            <a:off x="8247888" y="4572000"/>
            <a:ext cx="0" cy="38404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247888" y="4572000"/>
            <a:ext cx="420624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882128" y="4855464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 txBox="1"/>
          <p:nvPr/>
        </p:nvSpPr>
        <p:spPr>
          <a:xfrm>
            <a:off x="7680960" y="457200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01" name="Text 99"/>
          <p:cNvSpPr txBox="1"/>
          <p:nvPr/>
        </p:nvSpPr>
        <p:spPr>
          <a:xfrm>
            <a:off x="7589520" y="4572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686800" y="4242816"/>
            <a:ext cx="877824" cy="65836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 txBox="1"/>
          <p:nvPr/>
        </p:nvSpPr>
        <p:spPr>
          <a:xfrm>
            <a:off x="8686800" y="4315968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</a:t>
            </a:r>
            <a:endParaRPr lang="en-US" sz="1100" dirty="0"/>
          </a:p>
        </p:txBody>
      </p:sp>
      <p:sp>
        <p:nvSpPr>
          <p:cNvPr id="104" name="Text 102"/>
          <p:cNvSpPr txBox="1"/>
          <p:nvPr/>
        </p:nvSpPr>
        <p:spPr>
          <a:xfrm>
            <a:off x="8723376" y="455371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 rot="5400000">
            <a:off x="8714232" y="4727448"/>
            <a:ext cx="164592" cy="1371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686800" y="5084064"/>
            <a:ext cx="877824" cy="56692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 txBox="1"/>
          <p:nvPr/>
        </p:nvSpPr>
        <p:spPr>
          <a:xfrm>
            <a:off x="8686800" y="5157216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y_valid</a:t>
            </a:r>
            <a:endParaRPr lang="en-US" sz="1100" dirty="0"/>
          </a:p>
        </p:txBody>
      </p:sp>
      <p:sp>
        <p:nvSpPr>
          <p:cNvPr id="108" name="Text 106"/>
          <p:cNvSpPr txBox="1"/>
          <p:nvPr/>
        </p:nvSpPr>
        <p:spPr>
          <a:xfrm>
            <a:off x="8723376" y="53949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E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 rot="5400000">
            <a:off x="8714232" y="5477256"/>
            <a:ext cx="164592" cy="13716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 flipV="1">
            <a:off x="8375904" y="5509260"/>
            <a:ext cx="0" cy="18592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8375904" y="5527548"/>
            <a:ext cx="310896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375904" y="4791456"/>
            <a:ext cx="310896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 txBox="1"/>
          <p:nvPr/>
        </p:nvSpPr>
        <p:spPr>
          <a:xfrm>
            <a:off x="7812024" y="5193792"/>
            <a:ext cx="98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result_en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9564624" y="4572000"/>
            <a:ext cx="877824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0003536" y="4471416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 txBox="1"/>
          <p:nvPr/>
        </p:nvSpPr>
        <p:spPr>
          <a:xfrm>
            <a:off x="9672828" y="459028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19" name="Text 117"/>
          <p:cNvSpPr txBox="1"/>
          <p:nvPr/>
        </p:nvSpPr>
        <p:spPr>
          <a:xfrm>
            <a:off x="10497312" y="4453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 [15:0]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9564624" y="5367528"/>
            <a:ext cx="877824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 txBox="1"/>
          <p:nvPr/>
        </p:nvSpPr>
        <p:spPr>
          <a:xfrm>
            <a:off x="10497312" y="5248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y_valid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7330440" y="1633728"/>
            <a:ext cx="201168" cy="173736"/>
          </a:xfrm>
          <a:prstGeom prst="roundRect">
            <a:avLst>
              <a:gd name="adj" fmla="val 2631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 txBox="1"/>
          <p:nvPr/>
        </p:nvSpPr>
        <p:spPr>
          <a:xfrm>
            <a:off x="7586472" y="1597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7318248" y="2113788"/>
            <a:ext cx="201168" cy="17373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 txBox="1"/>
          <p:nvPr/>
        </p:nvSpPr>
        <p:spPr>
          <a:xfrm>
            <a:off x="7574280" y="20772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(clocked)</a:t>
            </a:r>
            <a:endParaRPr lang="en-US" sz="950" dirty="0"/>
          </a:p>
        </p:txBody>
      </p:sp>
      <p:sp>
        <p:nvSpPr>
          <p:cNvPr id="126" name="Text 124"/>
          <p:cNvSpPr txBox="1"/>
          <p:nvPr/>
        </p:nvSpPr>
        <p:spPr>
          <a:xfrm>
            <a:off x="7353300" y="25648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multiplexer   ·</a:t>
            </a:r>
            <a:endParaRPr lang="en-US" sz="950" dirty="0"/>
          </a:p>
        </p:txBody>
      </p:sp>
      <p:sp>
        <p:nvSpPr>
          <p:cNvPr id="128" name="Shape 34">
            <a:extLst>
              <a:ext uri="{FF2B5EF4-FFF2-40B4-BE49-F238E27FC236}">
                <a16:creationId xmlns:a16="http://schemas.microsoft.com/office/drawing/2014/main" id="{E1B0C149-D695-8749-0AFC-60E231941314}"/>
              </a:ext>
            </a:extLst>
          </p:cNvPr>
          <p:cNvSpPr/>
          <p:nvPr/>
        </p:nvSpPr>
        <p:spPr>
          <a:xfrm>
            <a:off x="5830824" y="1420690"/>
            <a:ext cx="0" cy="24688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42">
            <a:extLst>
              <a:ext uri="{FF2B5EF4-FFF2-40B4-BE49-F238E27FC236}">
                <a16:creationId xmlns:a16="http://schemas.microsoft.com/office/drawing/2014/main" id="{E8CFCAA5-7711-9BD0-DB93-3BDCACDAC8CD}"/>
              </a:ext>
            </a:extLst>
          </p:cNvPr>
          <p:cNvSpPr/>
          <p:nvPr/>
        </p:nvSpPr>
        <p:spPr>
          <a:xfrm>
            <a:off x="852477" y="3200400"/>
            <a:ext cx="0" cy="1490472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36">
            <a:extLst>
              <a:ext uri="{FF2B5EF4-FFF2-40B4-BE49-F238E27FC236}">
                <a16:creationId xmlns:a16="http://schemas.microsoft.com/office/drawing/2014/main" id="{6A4165D7-0A4E-8E7D-E142-2CF72076FA54}"/>
              </a:ext>
            </a:extLst>
          </p:cNvPr>
          <p:cNvSpPr/>
          <p:nvPr/>
        </p:nvSpPr>
        <p:spPr>
          <a:xfrm>
            <a:off x="3354963" y="3171443"/>
            <a:ext cx="82296" cy="82296"/>
          </a:xfrm>
          <a:prstGeom prst="ellipse">
            <a:avLst/>
          </a:prstGeom>
          <a:solidFill>
            <a:srgbClr val="3D4A5C"/>
          </a:solidFill>
          <a:ln w="12700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09">
            <a:extLst>
              <a:ext uri="{FF2B5EF4-FFF2-40B4-BE49-F238E27FC236}">
                <a16:creationId xmlns:a16="http://schemas.microsoft.com/office/drawing/2014/main" id="{C465B0E8-FF6F-ED5F-70D0-B94EE88F08F8}"/>
              </a:ext>
            </a:extLst>
          </p:cNvPr>
          <p:cNvSpPr/>
          <p:nvPr/>
        </p:nvSpPr>
        <p:spPr>
          <a:xfrm>
            <a:off x="4962144" y="2510028"/>
            <a:ext cx="310896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10">
            <a:extLst>
              <a:ext uri="{FF2B5EF4-FFF2-40B4-BE49-F238E27FC236}">
                <a16:creationId xmlns:a16="http://schemas.microsoft.com/office/drawing/2014/main" id="{A2072559-F3E6-6384-E121-9887E318A783}"/>
              </a:ext>
            </a:extLst>
          </p:cNvPr>
          <p:cNvSpPr/>
          <p:nvPr/>
        </p:nvSpPr>
        <p:spPr>
          <a:xfrm flipV="1">
            <a:off x="4962144" y="2490216"/>
            <a:ext cx="0" cy="243841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177D869-23F1-1FEC-71A4-3F9872E6751E}"/>
              </a:ext>
            </a:extLst>
          </p:cNvPr>
          <p:cNvSpPr txBox="1"/>
          <p:nvPr/>
        </p:nvSpPr>
        <p:spPr>
          <a:xfrm>
            <a:off x="4799076" y="2696290"/>
            <a:ext cx="499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endParaRPr lang="en-US" dirty="0"/>
          </a:p>
        </p:txBody>
      </p:sp>
      <p:sp>
        <p:nvSpPr>
          <p:cNvPr id="143" name="Shape 66">
            <a:extLst>
              <a:ext uri="{FF2B5EF4-FFF2-40B4-BE49-F238E27FC236}">
                <a16:creationId xmlns:a16="http://schemas.microsoft.com/office/drawing/2014/main" id="{2AD32318-6389-275D-1AD5-266341CFBB39}"/>
              </a:ext>
            </a:extLst>
          </p:cNvPr>
          <p:cNvSpPr/>
          <p:nvPr/>
        </p:nvSpPr>
        <p:spPr>
          <a:xfrm flipV="1">
            <a:off x="2598420" y="1805940"/>
            <a:ext cx="0" cy="33832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67">
            <a:extLst>
              <a:ext uri="{FF2B5EF4-FFF2-40B4-BE49-F238E27FC236}">
                <a16:creationId xmlns:a16="http://schemas.microsoft.com/office/drawing/2014/main" id="{6220D6D6-2F6B-B833-7223-FCF4949DB59D}"/>
              </a:ext>
            </a:extLst>
          </p:cNvPr>
          <p:cNvSpPr/>
          <p:nvPr/>
        </p:nvSpPr>
        <p:spPr>
          <a:xfrm flipV="1">
            <a:off x="2598420" y="1789660"/>
            <a:ext cx="1799844" cy="1628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28">
            <a:extLst>
              <a:ext uri="{FF2B5EF4-FFF2-40B4-BE49-F238E27FC236}">
                <a16:creationId xmlns:a16="http://schemas.microsoft.com/office/drawing/2014/main" id="{CB53259E-1957-03B9-F530-4738EA953536}"/>
              </a:ext>
            </a:extLst>
          </p:cNvPr>
          <p:cNvSpPr/>
          <p:nvPr/>
        </p:nvSpPr>
        <p:spPr>
          <a:xfrm flipV="1">
            <a:off x="4564380" y="2604274"/>
            <a:ext cx="0" cy="18159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54">
            <a:extLst>
              <a:ext uri="{FF2B5EF4-FFF2-40B4-BE49-F238E27FC236}">
                <a16:creationId xmlns:a16="http://schemas.microsoft.com/office/drawing/2014/main" id="{F5050DA3-8DA1-1A32-3C64-9BE6568748E5}"/>
              </a:ext>
            </a:extLst>
          </p:cNvPr>
          <p:cNvSpPr/>
          <p:nvPr/>
        </p:nvSpPr>
        <p:spPr>
          <a:xfrm>
            <a:off x="807720" y="3590544"/>
            <a:ext cx="100584" cy="20116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55">
            <a:extLst>
              <a:ext uri="{FF2B5EF4-FFF2-40B4-BE49-F238E27FC236}">
                <a16:creationId xmlns:a16="http://schemas.microsoft.com/office/drawing/2014/main" id="{5124AD1D-9A60-3F00-659A-FDFA534742B2}"/>
              </a:ext>
            </a:extLst>
          </p:cNvPr>
          <p:cNvSpPr txBox="1"/>
          <p:nvPr/>
        </p:nvSpPr>
        <p:spPr>
          <a:xfrm>
            <a:off x="743712" y="361188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sp>
        <p:nvSpPr>
          <p:cNvPr id="153" name="Shape 28">
            <a:extLst>
              <a:ext uri="{FF2B5EF4-FFF2-40B4-BE49-F238E27FC236}">
                <a16:creationId xmlns:a16="http://schemas.microsoft.com/office/drawing/2014/main" id="{6ACE2EA6-4158-9A39-58B3-6D467205E7F3}"/>
              </a:ext>
            </a:extLst>
          </p:cNvPr>
          <p:cNvSpPr/>
          <p:nvPr/>
        </p:nvSpPr>
        <p:spPr>
          <a:xfrm flipV="1">
            <a:off x="841246" y="5209032"/>
            <a:ext cx="0" cy="29260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28">
            <a:extLst>
              <a:ext uri="{FF2B5EF4-FFF2-40B4-BE49-F238E27FC236}">
                <a16:creationId xmlns:a16="http://schemas.microsoft.com/office/drawing/2014/main" id="{C61C8807-200B-6604-21DC-0D6EFAFBAA7D}"/>
              </a:ext>
            </a:extLst>
          </p:cNvPr>
          <p:cNvSpPr/>
          <p:nvPr/>
        </p:nvSpPr>
        <p:spPr>
          <a:xfrm flipV="1">
            <a:off x="4736592" y="5499874"/>
            <a:ext cx="10668" cy="167882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10A9BD8-28E4-6F24-CD68-6A9A09B576C7}"/>
              </a:ext>
            </a:extLst>
          </p:cNvPr>
          <p:cNvSpPr txBox="1"/>
          <p:nvPr/>
        </p:nvSpPr>
        <p:spPr>
          <a:xfrm>
            <a:off x="8229600" y="5652849"/>
            <a:ext cx="499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endParaRPr lang="en-US" dirty="0"/>
          </a:p>
        </p:txBody>
      </p:sp>
      <p:sp>
        <p:nvSpPr>
          <p:cNvPr id="159" name="Shape 111">
            <a:extLst>
              <a:ext uri="{FF2B5EF4-FFF2-40B4-BE49-F238E27FC236}">
                <a16:creationId xmlns:a16="http://schemas.microsoft.com/office/drawing/2014/main" id="{11C27EA8-EB19-AD84-EC30-4A138F27AE98}"/>
              </a:ext>
            </a:extLst>
          </p:cNvPr>
          <p:cNvSpPr/>
          <p:nvPr/>
        </p:nvSpPr>
        <p:spPr>
          <a:xfrm>
            <a:off x="8357616" y="5221224"/>
            <a:ext cx="310896" cy="0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95DD1C9-30A2-DD50-C959-4FBD20479444}"/>
              </a:ext>
            </a:extLst>
          </p:cNvPr>
          <p:cNvSpPr txBox="1"/>
          <p:nvPr/>
        </p:nvSpPr>
        <p:spPr>
          <a:xfrm>
            <a:off x="8267700" y="4800266"/>
            <a:ext cx="4998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endParaRPr lang="en-US" dirty="0"/>
          </a:p>
        </p:txBody>
      </p:sp>
      <p:sp>
        <p:nvSpPr>
          <p:cNvPr id="165" name="Shape 34">
            <a:extLst>
              <a:ext uri="{FF2B5EF4-FFF2-40B4-BE49-F238E27FC236}">
                <a16:creationId xmlns:a16="http://schemas.microsoft.com/office/drawing/2014/main" id="{6755BDB3-EE93-78B0-612A-73B6D3203A33}"/>
              </a:ext>
            </a:extLst>
          </p:cNvPr>
          <p:cNvSpPr/>
          <p:nvPr/>
        </p:nvSpPr>
        <p:spPr>
          <a:xfrm>
            <a:off x="8930962" y="3995928"/>
            <a:ext cx="0" cy="246888"/>
          </a:xfrm>
          <a:prstGeom prst="line">
            <a:avLst/>
          </a:prstGeom>
          <a:noFill/>
          <a:ln w="22225">
            <a:solidFill>
              <a:srgbClr val="3D4A5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112">
            <a:extLst>
              <a:ext uri="{FF2B5EF4-FFF2-40B4-BE49-F238E27FC236}">
                <a16:creationId xmlns:a16="http://schemas.microsoft.com/office/drawing/2014/main" id="{6092BAE1-DA03-30ED-2D57-A43E0200C877}"/>
              </a:ext>
            </a:extLst>
          </p:cNvPr>
          <p:cNvSpPr txBox="1"/>
          <p:nvPr/>
        </p:nvSpPr>
        <p:spPr>
          <a:xfrm>
            <a:off x="8470392" y="3779520"/>
            <a:ext cx="98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result_en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6DA1-8CF0-1041-B1C2-2FDF5822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3EB61E-3702-9BF4-6B92-0BC733C66176}"/>
              </a:ext>
            </a:extLst>
          </p:cNvPr>
          <p:cNvSpPr txBox="1"/>
          <p:nvPr/>
        </p:nvSpPr>
        <p:spPr>
          <a:xfrm>
            <a:off x="411480" y="1645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 Microarchitecture</a:t>
            </a:r>
            <a:endParaRPr lang="en-US" sz="26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0393769-D969-D8F3-469E-ADABE92607FD}"/>
              </a:ext>
            </a:extLst>
          </p:cNvPr>
          <p:cNvGrpSpPr/>
          <p:nvPr/>
        </p:nvGrpSpPr>
        <p:grpSpPr>
          <a:xfrm>
            <a:off x="831593" y="1263752"/>
            <a:ext cx="4667008" cy="4449399"/>
            <a:chOff x="831593" y="1263752"/>
            <a:chExt cx="4667008" cy="4449399"/>
          </a:xfrm>
        </p:grpSpPr>
        <p:sp>
          <p:nvSpPr>
            <p:cNvPr id="194" name="Shape 81">
              <a:extLst>
                <a:ext uri="{FF2B5EF4-FFF2-40B4-BE49-F238E27FC236}">
                  <a16:creationId xmlns:a16="http://schemas.microsoft.com/office/drawing/2014/main" id="{3C376A02-965D-F58B-7DB6-6A2C63820AD6}"/>
                </a:ext>
              </a:extLst>
            </p:cNvPr>
            <p:cNvSpPr/>
            <p:nvPr/>
          </p:nvSpPr>
          <p:spPr>
            <a:xfrm>
              <a:off x="831593" y="3958116"/>
              <a:ext cx="1481527" cy="1755035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6C2CF"/>
              </a:solidFill>
              <a:prstDash val="dash"/>
            </a:ln>
          </p:spPr>
          <p:txBody>
            <a:bodyPr/>
            <a:lstStyle/>
            <a:p>
              <a:endParaRPr lang="en-US" b="1"/>
            </a:p>
          </p:txBody>
        </p:sp>
        <p:sp>
          <p:nvSpPr>
            <p:cNvPr id="302" name="Shape 48">
              <a:extLst>
                <a:ext uri="{FF2B5EF4-FFF2-40B4-BE49-F238E27FC236}">
                  <a16:creationId xmlns:a16="http://schemas.microsoft.com/office/drawing/2014/main" id="{FDDA64F1-4722-6D07-C7A6-79E90242520D}"/>
                </a:ext>
              </a:extLst>
            </p:cNvPr>
            <p:cNvSpPr/>
            <p:nvPr/>
          </p:nvSpPr>
          <p:spPr>
            <a:xfrm>
              <a:off x="2194562" y="4019804"/>
              <a:ext cx="3303324" cy="169334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6C2CF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Shape 48">
              <a:extLst>
                <a:ext uri="{FF2B5EF4-FFF2-40B4-BE49-F238E27FC236}">
                  <a16:creationId xmlns:a16="http://schemas.microsoft.com/office/drawing/2014/main" id="{ABFEAF0D-1567-03AD-0BAE-9BAF5CDAF75F}"/>
                </a:ext>
              </a:extLst>
            </p:cNvPr>
            <p:cNvSpPr/>
            <p:nvPr/>
          </p:nvSpPr>
          <p:spPr>
            <a:xfrm>
              <a:off x="831593" y="1263752"/>
              <a:ext cx="4667008" cy="169334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6C2CF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Shape 48">
              <a:extLst>
                <a:ext uri="{FF2B5EF4-FFF2-40B4-BE49-F238E27FC236}">
                  <a16:creationId xmlns:a16="http://schemas.microsoft.com/office/drawing/2014/main" id="{762D9AE8-E8FD-8876-A21A-136DFC3B9E85}"/>
                </a:ext>
              </a:extLst>
            </p:cNvPr>
            <p:cNvSpPr/>
            <p:nvPr/>
          </p:nvSpPr>
          <p:spPr>
            <a:xfrm>
              <a:off x="831593" y="2898280"/>
              <a:ext cx="4667008" cy="1311004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6C2CF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3FF08EF1-D8B2-B781-063C-DD97CC4053B5}"/>
                </a:ext>
              </a:extLst>
            </p:cNvPr>
            <p:cNvSpPr txBox="1"/>
            <p:nvPr/>
          </p:nvSpPr>
          <p:spPr>
            <a:xfrm>
              <a:off x="937260" y="1325810"/>
              <a:ext cx="310896" cy="242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MAC   </a:t>
              </a:r>
              <a:endParaRPr lang="en-US" sz="950" b="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5442837-043E-BA30-6102-8C06593EA913}"/>
                </a:ext>
              </a:extLst>
            </p:cNvPr>
            <p:cNvSpPr txBox="1"/>
            <p:nvPr/>
          </p:nvSpPr>
          <p:spPr>
            <a:xfrm>
              <a:off x="1030224" y="182981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 [15:0]</a:t>
              </a:r>
              <a:endParaRPr lang="en-US" sz="1000" dirty="0">
                <a:solidFill>
                  <a:srgbClr val="C00000"/>
                </a:solidFill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F82CB8E-AA96-22B5-E2D9-4073F695B866}"/>
                </a:ext>
              </a:extLst>
            </p:cNvPr>
            <p:cNvSpPr txBox="1"/>
            <p:nvPr/>
          </p:nvSpPr>
          <p:spPr>
            <a:xfrm>
              <a:off x="1063244" y="2064258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[15:0]</a:t>
              </a:r>
              <a:endParaRPr lang="en-US" sz="1000" dirty="0">
                <a:solidFill>
                  <a:srgbClr val="C00000"/>
                </a:solidFill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B8A97334-0CFD-9B4B-E539-DE62B38F9A5B}"/>
                </a:ext>
              </a:extLst>
            </p:cNvPr>
            <p:cNvSpPr/>
            <p:nvPr/>
          </p:nvSpPr>
          <p:spPr>
            <a:xfrm flipV="1">
              <a:off x="1499615" y="1964463"/>
              <a:ext cx="454793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B6225A34-3B99-80C3-B4D5-EE6CA2B65C08}"/>
                </a:ext>
              </a:extLst>
            </p:cNvPr>
            <p:cNvSpPr/>
            <p:nvPr/>
          </p:nvSpPr>
          <p:spPr>
            <a:xfrm flipV="1">
              <a:off x="1503425" y="2165604"/>
              <a:ext cx="450984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DA75ED31-878C-8110-9AF2-037477D45BA2}"/>
                </a:ext>
              </a:extLst>
            </p:cNvPr>
            <p:cNvSpPr/>
            <p:nvPr/>
          </p:nvSpPr>
          <p:spPr>
            <a:xfrm>
              <a:off x="1936849" y="1859534"/>
              <a:ext cx="402590" cy="40259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C8A6A36F-820F-6BDB-1932-E91DC8A875F6}"/>
                </a:ext>
              </a:extLst>
            </p:cNvPr>
            <p:cNvSpPr txBox="1"/>
            <p:nvPr/>
          </p:nvSpPr>
          <p:spPr>
            <a:xfrm>
              <a:off x="1565550" y="2327910"/>
              <a:ext cx="1042416" cy="2220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signed multiply</a:t>
              </a:r>
              <a:endParaRPr lang="en-US" sz="800" b="1" dirty="0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02D20747-4D31-CDEC-4F8D-287343CB4538}"/>
                </a:ext>
              </a:extLst>
            </p:cNvPr>
            <p:cNvSpPr/>
            <p:nvPr/>
          </p:nvSpPr>
          <p:spPr>
            <a:xfrm flipV="1">
              <a:off x="2339439" y="2060448"/>
              <a:ext cx="548213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3AC98C07-DA91-DC2E-6956-788F9C280157}"/>
                </a:ext>
              </a:extLst>
            </p:cNvPr>
            <p:cNvSpPr txBox="1"/>
            <p:nvPr/>
          </p:nvSpPr>
          <p:spPr>
            <a:xfrm>
              <a:off x="2433828" y="2223516"/>
              <a:ext cx="347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[31:0]</a:t>
              </a:r>
              <a:endParaRPr lang="en-US" sz="85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EA5579BD-B700-BDE7-6247-4F64549FBB0A}"/>
                </a:ext>
              </a:extLst>
            </p:cNvPr>
            <p:cNvSpPr txBox="1"/>
            <p:nvPr/>
          </p:nvSpPr>
          <p:spPr>
            <a:xfrm>
              <a:off x="2449870" y="2077133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</a:t>
              </a:r>
              <a:endParaRPr lang="en-US" sz="800" b="1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830067EB-50DD-08BB-F958-D01728A50270}"/>
                </a:ext>
              </a:extLst>
            </p:cNvPr>
            <p:cNvSpPr txBox="1"/>
            <p:nvPr/>
          </p:nvSpPr>
          <p:spPr>
            <a:xfrm>
              <a:off x="2838958" y="2101157"/>
              <a:ext cx="1280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 + </a:t>
              </a:r>
            </a:p>
            <a:p>
              <a:pPr marL="0" indent="0" algn="ctr">
                <a:buNone/>
              </a:pPr>
              <a:r>
                <a:rPr lang="en-US" sz="8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</a:t>
              </a:r>
              <a:endParaRPr lang="en-US" sz="800" b="1" i="1" dirty="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66D80381-0244-1873-7472-56317A69934A}"/>
                </a:ext>
              </a:extLst>
            </p:cNvPr>
            <p:cNvSpPr/>
            <p:nvPr/>
          </p:nvSpPr>
          <p:spPr>
            <a:xfrm rot="5400000">
              <a:off x="3439668" y="1758696"/>
              <a:ext cx="816864" cy="310896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C0CBFF2A-7866-BE97-9BC9-D7CD50087F7E}"/>
                </a:ext>
              </a:extLst>
            </p:cNvPr>
            <p:cNvSpPr txBox="1"/>
            <p:nvPr/>
          </p:nvSpPr>
          <p:spPr>
            <a:xfrm rot="5400000">
              <a:off x="3654552" y="1781878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MUX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4064809A-5D16-124B-DE3B-A39E14AEA220}"/>
                </a:ext>
              </a:extLst>
            </p:cNvPr>
            <p:cNvSpPr txBox="1"/>
            <p:nvPr/>
          </p:nvSpPr>
          <p:spPr>
            <a:xfrm>
              <a:off x="3112008" y="2421890"/>
              <a:ext cx="14264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clear</a:t>
              </a:r>
              <a:endParaRPr lang="en-US" sz="900" dirty="0"/>
            </a:p>
          </p:txBody>
        </p:sp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D1CABE06-F032-A084-96FE-BC4C19EB9193}"/>
                </a:ext>
              </a:extLst>
            </p:cNvPr>
            <p:cNvSpPr/>
            <p:nvPr/>
          </p:nvSpPr>
          <p:spPr>
            <a:xfrm>
              <a:off x="4287521" y="1653714"/>
              <a:ext cx="694435" cy="5091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5D96A747-2388-2382-5690-F7E2D1C5EB49}"/>
                </a:ext>
              </a:extLst>
            </p:cNvPr>
            <p:cNvSpPr txBox="1"/>
            <p:nvPr/>
          </p:nvSpPr>
          <p:spPr>
            <a:xfrm>
              <a:off x="4214327" y="1699471"/>
              <a:ext cx="841248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ACC_reg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859335B8-7602-C406-3C75-8A152629CEA7}"/>
                </a:ext>
              </a:extLst>
            </p:cNvPr>
            <p:cNvSpPr txBox="1"/>
            <p:nvPr/>
          </p:nvSpPr>
          <p:spPr>
            <a:xfrm>
              <a:off x="4258564" y="1737174"/>
              <a:ext cx="7680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40-bit</a:t>
              </a:r>
              <a:endParaRPr lang="en-US" sz="8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74C805B0-ACC8-6504-D95E-16DCD1C99EF0}"/>
                </a:ext>
              </a:extLst>
            </p:cNvPr>
            <p:cNvSpPr/>
            <p:nvPr/>
          </p:nvSpPr>
          <p:spPr>
            <a:xfrm rot="5400000">
              <a:off x="4274692" y="2008553"/>
              <a:ext cx="164592" cy="137160"/>
            </a:xfrm>
            <a:prstGeom prst="triangl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C209441A-DACB-B65D-7F12-8A2EA2A07EE6}"/>
                </a:ext>
              </a:extLst>
            </p:cNvPr>
            <p:cNvSpPr txBox="1"/>
            <p:nvPr/>
          </p:nvSpPr>
          <p:spPr>
            <a:xfrm>
              <a:off x="3856482" y="137058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rst_n                en</a:t>
              </a:r>
              <a:endParaRPr lang="en-US" sz="1000" dirty="0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29EA72DC-F975-CEC9-B625-F3438B4EF74C}"/>
                </a:ext>
              </a:extLst>
            </p:cNvPr>
            <p:cNvSpPr/>
            <p:nvPr/>
          </p:nvSpPr>
          <p:spPr>
            <a:xfrm>
              <a:off x="4453302" y="1486662"/>
              <a:ext cx="0" cy="16262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2566178B-158E-3D4E-02F3-863776B13AB2}"/>
                </a:ext>
              </a:extLst>
            </p:cNvPr>
            <p:cNvSpPr/>
            <p:nvPr/>
          </p:nvSpPr>
          <p:spPr>
            <a:xfrm>
              <a:off x="4981956" y="1792224"/>
              <a:ext cx="166582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5B37A3D4-0D28-EE2D-31A3-4663BB36EE12}"/>
                </a:ext>
              </a:extLst>
            </p:cNvPr>
            <p:cNvSpPr/>
            <p:nvPr/>
          </p:nvSpPr>
          <p:spPr>
            <a:xfrm flipH="1">
              <a:off x="3061222" y="2726436"/>
              <a:ext cx="2070807" cy="5082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4EE84522-3D8E-B6CA-0484-1728E73ABCAA}"/>
                </a:ext>
              </a:extLst>
            </p:cNvPr>
            <p:cNvSpPr/>
            <p:nvPr/>
          </p:nvSpPr>
          <p:spPr>
            <a:xfrm flipV="1">
              <a:off x="3070098" y="2273046"/>
              <a:ext cx="0" cy="436949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FAEE7A7B-562C-3509-F44F-E5F72A88200C}"/>
                </a:ext>
              </a:extLst>
            </p:cNvPr>
            <p:cNvSpPr txBox="1"/>
            <p:nvPr/>
          </p:nvSpPr>
          <p:spPr>
            <a:xfrm>
              <a:off x="4054602" y="251569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 feedback</a:t>
              </a:r>
              <a:endParaRPr lang="en-US" sz="900" b="1" dirty="0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214C5F5B-E70A-138F-EE84-9E96A08B6A68}"/>
                </a:ext>
              </a:extLst>
            </p:cNvPr>
            <p:cNvSpPr/>
            <p:nvPr/>
          </p:nvSpPr>
          <p:spPr>
            <a:xfrm>
              <a:off x="3320288" y="2654301"/>
              <a:ext cx="100581" cy="173803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46B21FC3-D182-0BA0-97F2-A456A70BD78D}"/>
                </a:ext>
              </a:extLst>
            </p:cNvPr>
            <p:cNvSpPr txBox="1"/>
            <p:nvPr/>
          </p:nvSpPr>
          <p:spPr>
            <a:xfrm>
              <a:off x="3198113" y="2535370"/>
              <a:ext cx="5120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40</a:t>
              </a:r>
              <a:endParaRPr lang="en-US" sz="850" dirty="0"/>
            </a:p>
          </p:txBody>
        </p:sp>
        <p:sp>
          <p:nvSpPr>
            <p:cNvPr id="49" name="Text 47">
              <a:extLst>
                <a:ext uri="{FF2B5EF4-FFF2-40B4-BE49-F238E27FC236}">
                  <a16:creationId xmlns:a16="http://schemas.microsoft.com/office/drawing/2014/main" id="{24EB2BFA-95BD-5A94-BBE1-8BBA33305EF6}"/>
                </a:ext>
              </a:extLst>
            </p:cNvPr>
            <p:cNvSpPr txBox="1"/>
            <p:nvPr/>
          </p:nvSpPr>
          <p:spPr>
            <a:xfrm>
              <a:off x="3756619" y="2998061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  →  sign-extend 40 → 42</a:t>
              </a:r>
              <a:endParaRPr lang="en-US" sz="900" b="1" dirty="0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01F3E667-319E-9EB1-3080-04E0858EFA2F}"/>
                </a:ext>
              </a:extLst>
            </p:cNvPr>
            <p:cNvSpPr txBox="1"/>
            <p:nvPr/>
          </p:nvSpPr>
          <p:spPr>
            <a:xfrm flipH="1">
              <a:off x="4752429" y="3898763"/>
              <a:ext cx="704814" cy="204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BIAS = 2^11</a:t>
              </a:r>
              <a:endParaRPr lang="en-US" sz="850" b="1" dirty="0"/>
            </a:p>
          </p:txBody>
        </p:sp>
        <p:sp>
          <p:nvSpPr>
            <p:cNvPr id="58" name="Shape 56">
              <a:extLst>
                <a:ext uri="{FF2B5EF4-FFF2-40B4-BE49-F238E27FC236}">
                  <a16:creationId xmlns:a16="http://schemas.microsoft.com/office/drawing/2014/main" id="{254FAED8-BF9A-A444-552E-DDA210674C32}"/>
                </a:ext>
              </a:extLst>
            </p:cNvPr>
            <p:cNvSpPr/>
            <p:nvPr/>
          </p:nvSpPr>
          <p:spPr>
            <a:xfrm flipH="1">
              <a:off x="3543807" y="3220051"/>
              <a:ext cx="969264" cy="567760"/>
            </a:xfrm>
            <a:prstGeom prst="roundRect">
              <a:avLst>
                <a:gd name="adj" fmla="val 12195"/>
              </a:avLst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Text 57">
              <a:extLst>
                <a:ext uri="{FF2B5EF4-FFF2-40B4-BE49-F238E27FC236}">
                  <a16:creationId xmlns:a16="http://schemas.microsoft.com/office/drawing/2014/main" id="{94BAF3BD-1196-669C-4160-E91AC8EC027A}"/>
                </a:ext>
              </a:extLst>
            </p:cNvPr>
            <p:cNvSpPr txBox="1"/>
            <p:nvPr/>
          </p:nvSpPr>
          <p:spPr>
            <a:xfrm flipH="1">
              <a:off x="3528567" y="3232243"/>
              <a:ext cx="96926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≫ 12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0" name="Text 58">
              <a:extLst>
                <a:ext uri="{FF2B5EF4-FFF2-40B4-BE49-F238E27FC236}">
                  <a16:creationId xmlns:a16="http://schemas.microsoft.com/office/drawing/2014/main" id="{388CC1DB-3CAC-707E-C830-856548D6E6B3}"/>
                </a:ext>
              </a:extLst>
            </p:cNvPr>
            <p:cNvSpPr txBox="1"/>
            <p:nvPr/>
          </p:nvSpPr>
          <p:spPr>
            <a:xfrm flipH="1">
              <a:off x="3580383" y="3422235"/>
              <a:ext cx="89611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 arithmetic right shift</a:t>
              </a:r>
              <a:endParaRPr lang="en-US" sz="8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1" name="Shape 59">
              <a:extLst>
                <a:ext uri="{FF2B5EF4-FFF2-40B4-BE49-F238E27FC236}">
                  <a16:creationId xmlns:a16="http://schemas.microsoft.com/office/drawing/2014/main" id="{1DF6FFE4-4FF0-1B51-7C66-D4BC0B2EAA3C}"/>
                </a:ext>
              </a:extLst>
            </p:cNvPr>
            <p:cNvSpPr/>
            <p:nvPr/>
          </p:nvSpPr>
          <p:spPr>
            <a:xfrm flipH="1">
              <a:off x="3351783" y="3501610"/>
              <a:ext cx="192024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60">
              <a:extLst>
                <a:ext uri="{FF2B5EF4-FFF2-40B4-BE49-F238E27FC236}">
                  <a16:creationId xmlns:a16="http://schemas.microsoft.com/office/drawing/2014/main" id="{BFAF7BB7-C46B-C879-36BE-2FA2EA15A3AE}"/>
                </a:ext>
              </a:extLst>
            </p:cNvPr>
            <p:cNvSpPr/>
            <p:nvPr/>
          </p:nvSpPr>
          <p:spPr>
            <a:xfrm flipH="1">
              <a:off x="3335528" y="3456652"/>
              <a:ext cx="82296" cy="82296"/>
            </a:xfrm>
            <a:prstGeom prst="ellipse">
              <a:avLst/>
            </a:prstGeom>
            <a:solidFill>
              <a:srgbClr val="3D4A5C"/>
            </a:solidFill>
            <a:ln w="12700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61">
              <a:extLst>
                <a:ext uri="{FF2B5EF4-FFF2-40B4-BE49-F238E27FC236}">
                  <a16:creationId xmlns:a16="http://schemas.microsoft.com/office/drawing/2014/main" id="{B7A3AAB8-D4B5-4946-74C5-1783C30A28C9}"/>
                </a:ext>
              </a:extLst>
            </p:cNvPr>
            <p:cNvSpPr txBox="1"/>
            <p:nvPr/>
          </p:nvSpPr>
          <p:spPr>
            <a:xfrm flipH="1">
              <a:off x="3313282" y="3816214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rounded</a:t>
              </a:r>
              <a:endParaRPr lang="en-US" sz="900" b="1" dirty="0"/>
            </a:p>
          </p:txBody>
        </p:sp>
        <p:sp>
          <p:nvSpPr>
            <p:cNvPr id="64" name="Shape 62">
              <a:extLst>
                <a:ext uri="{FF2B5EF4-FFF2-40B4-BE49-F238E27FC236}">
                  <a16:creationId xmlns:a16="http://schemas.microsoft.com/office/drawing/2014/main" id="{200C6D55-0970-06D8-938D-E276B6D830D7}"/>
                </a:ext>
              </a:extLst>
            </p:cNvPr>
            <p:cNvSpPr/>
            <p:nvPr/>
          </p:nvSpPr>
          <p:spPr>
            <a:xfrm flipH="1">
              <a:off x="2377439" y="3059221"/>
              <a:ext cx="827532" cy="338327"/>
            </a:xfrm>
            <a:prstGeom prst="roundRect">
              <a:avLst>
                <a:gd name="adj" fmla="val 2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66CB78D4-A5FF-B8EE-B154-645465E9800E}"/>
                </a:ext>
              </a:extLst>
            </p:cNvPr>
            <p:cNvSpPr txBox="1"/>
            <p:nvPr/>
          </p:nvSpPr>
          <p:spPr>
            <a:xfrm flipH="1">
              <a:off x="2267711" y="3095798"/>
              <a:ext cx="987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&gt; MAX_V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9C259DEC-B897-1D6F-D455-F241B1A6931D}"/>
                </a:ext>
              </a:extLst>
            </p:cNvPr>
            <p:cNvSpPr/>
            <p:nvPr/>
          </p:nvSpPr>
          <p:spPr>
            <a:xfrm flipH="1">
              <a:off x="3204970" y="3223183"/>
              <a:ext cx="183537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70">
              <a:extLst>
                <a:ext uri="{FF2B5EF4-FFF2-40B4-BE49-F238E27FC236}">
                  <a16:creationId xmlns:a16="http://schemas.microsoft.com/office/drawing/2014/main" id="{6FEF095D-595B-D857-2A50-B8DDB4A90267}"/>
                </a:ext>
              </a:extLst>
            </p:cNvPr>
            <p:cNvSpPr/>
            <p:nvPr/>
          </p:nvSpPr>
          <p:spPr>
            <a:xfrm flipH="1">
              <a:off x="2142750" y="3505370"/>
              <a:ext cx="1278884" cy="5081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71">
              <a:extLst>
                <a:ext uri="{FF2B5EF4-FFF2-40B4-BE49-F238E27FC236}">
                  <a16:creationId xmlns:a16="http://schemas.microsoft.com/office/drawing/2014/main" id="{88065B3B-9437-C8D1-F2D1-3FF815A136F6}"/>
                </a:ext>
              </a:extLst>
            </p:cNvPr>
            <p:cNvSpPr/>
            <p:nvPr/>
          </p:nvSpPr>
          <p:spPr>
            <a:xfrm rot="16200000" flipH="1">
              <a:off x="1579481" y="3348174"/>
              <a:ext cx="815641" cy="310896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Text 72">
              <a:extLst>
                <a:ext uri="{FF2B5EF4-FFF2-40B4-BE49-F238E27FC236}">
                  <a16:creationId xmlns:a16="http://schemas.microsoft.com/office/drawing/2014/main" id="{75117A55-E956-307A-D4F9-23D664F0DEFA}"/>
                </a:ext>
              </a:extLst>
            </p:cNvPr>
            <p:cNvSpPr txBox="1"/>
            <p:nvPr/>
          </p:nvSpPr>
          <p:spPr>
            <a:xfrm rot="16200000" flipH="1">
              <a:off x="1809529" y="3365023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MUX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5" name="Text 73">
              <a:extLst>
                <a:ext uri="{FF2B5EF4-FFF2-40B4-BE49-F238E27FC236}">
                  <a16:creationId xmlns:a16="http://schemas.microsoft.com/office/drawing/2014/main" id="{198BDC4A-1071-CB85-FE31-D34A02C8FB2E}"/>
                </a:ext>
              </a:extLst>
            </p:cNvPr>
            <p:cNvSpPr txBox="1"/>
            <p:nvPr/>
          </p:nvSpPr>
          <p:spPr>
            <a:xfrm flipH="1">
              <a:off x="1735365" y="3984329"/>
              <a:ext cx="14264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 / under</a:t>
              </a:r>
              <a:endParaRPr lang="en-US" sz="900" dirty="0"/>
            </a:p>
          </p:txBody>
        </p:sp>
        <p:sp>
          <p:nvSpPr>
            <p:cNvPr id="78" name="Shape 76">
              <a:extLst>
                <a:ext uri="{FF2B5EF4-FFF2-40B4-BE49-F238E27FC236}">
                  <a16:creationId xmlns:a16="http://schemas.microsoft.com/office/drawing/2014/main" id="{96DE1C7A-B89C-0C28-CF09-B6024C95186B}"/>
                </a:ext>
              </a:extLst>
            </p:cNvPr>
            <p:cNvSpPr/>
            <p:nvPr/>
          </p:nvSpPr>
          <p:spPr>
            <a:xfrm flipH="1">
              <a:off x="1579314" y="3542294"/>
              <a:ext cx="252540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9">
              <a:extLst>
                <a:ext uri="{FF2B5EF4-FFF2-40B4-BE49-F238E27FC236}">
                  <a16:creationId xmlns:a16="http://schemas.microsoft.com/office/drawing/2014/main" id="{31DCA8D8-D373-5B97-6AB0-DF77EBEAA360}"/>
                </a:ext>
              </a:extLst>
            </p:cNvPr>
            <p:cNvSpPr/>
            <p:nvPr/>
          </p:nvSpPr>
          <p:spPr>
            <a:xfrm flipH="1">
              <a:off x="1063243" y="3375870"/>
              <a:ext cx="517025" cy="326295"/>
            </a:xfrm>
            <a:prstGeom prst="roundRect">
              <a:avLst>
                <a:gd name="adj" fmla="val 17857"/>
              </a:avLst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Text 80">
              <a:extLst>
                <a:ext uri="{FF2B5EF4-FFF2-40B4-BE49-F238E27FC236}">
                  <a16:creationId xmlns:a16="http://schemas.microsoft.com/office/drawing/2014/main" id="{0F965BB0-CD5B-BDE5-0F23-772B37D71386}"/>
                </a:ext>
              </a:extLst>
            </p:cNvPr>
            <p:cNvSpPr txBox="1"/>
            <p:nvPr/>
          </p:nvSpPr>
          <p:spPr>
            <a:xfrm flipH="1">
              <a:off x="1039507" y="3429000"/>
              <a:ext cx="579047" cy="195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trunc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8" name="Shape 34">
              <a:extLst>
                <a:ext uri="{FF2B5EF4-FFF2-40B4-BE49-F238E27FC236}">
                  <a16:creationId xmlns:a16="http://schemas.microsoft.com/office/drawing/2014/main" id="{3637CE36-8AF9-F7A8-D0A2-653FD7099228}"/>
                </a:ext>
              </a:extLst>
            </p:cNvPr>
            <p:cNvSpPr/>
            <p:nvPr/>
          </p:nvSpPr>
          <p:spPr>
            <a:xfrm>
              <a:off x="4782164" y="1486662"/>
              <a:ext cx="0" cy="15460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Shape 36">
              <a:extLst>
                <a:ext uri="{FF2B5EF4-FFF2-40B4-BE49-F238E27FC236}">
                  <a16:creationId xmlns:a16="http://schemas.microsoft.com/office/drawing/2014/main" id="{67E3CAD6-A863-827A-95A4-961E0669A28F}"/>
                </a:ext>
              </a:extLst>
            </p:cNvPr>
            <p:cNvSpPr/>
            <p:nvPr/>
          </p:nvSpPr>
          <p:spPr>
            <a:xfrm>
              <a:off x="3031998" y="2680717"/>
              <a:ext cx="82296" cy="82296"/>
            </a:xfrm>
            <a:prstGeom prst="ellipse">
              <a:avLst/>
            </a:prstGeom>
            <a:solidFill>
              <a:srgbClr val="3D4A5C"/>
            </a:solidFill>
            <a:ln w="12700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Shape 109">
              <a:extLst>
                <a:ext uri="{FF2B5EF4-FFF2-40B4-BE49-F238E27FC236}">
                  <a16:creationId xmlns:a16="http://schemas.microsoft.com/office/drawing/2014/main" id="{1D52624A-F14E-DCD8-5303-DBED4D451BB4}"/>
                </a:ext>
              </a:extLst>
            </p:cNvPr>
            <p:cNvSpPr/>
            <p:nvPr/>
          </p:nvSpPr>
          <p:spPr>
            <a:xfrm>
              <a:off x="4120769" y="2075687"/>
              <a:ext cx="167639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Shape 110">
              <a:extLst>
                <a:ext uri="{FF2B5EF4-FFF2-40B4-BE49-F238E27FC236}">
                  <a16:creationId xmlns:a16="http://schemas.microsoft.com/office/drawing/2014/main" id="{3B3E0A5D-AF25-BF0F-5B20-AAFE18CAB1F6}"/>
                </a:ext>
              </a:extLst>
            </p:cNvPr>
            <p:cNvSpPr/>
            <p:nvPr/>
          </p:nvSpPr>
          <p:spPr>
            <a:xfrm flipV="1">
              <a:off x="4124452" y="2066282"/>
              <a:ext cx="0" cy="246395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D8EDDFDB-E515-0F50-1FBF-523AAB3A2E4F}"/>
                </a:ext>
              </a:extLst>
            </p:cNvPr>
            <p:cNvSpPr txBox="1"/>
            <p:nvPr/>
          </p:nvSpPr>
          <p:spPr>
            <a:xfrm>
              <a:off x="3998430" y="2263877"/>
              <a:ext cx="4998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clk</a:t>
              </a:r>
              <a:endParaRPr lang="en-US" dirty="0"/>
            </a:p>
          </p:txBody>
        </p:sp>
        <p:sp>
          <p:nvSpPr>
            <p:cNvPr id="143" name="Shape 66">
              <a:extLst>
                <a:ext uri="{FF2B5EF4-FFF2-40B4-BE49-F238E27FC236}">
                  <a16:creationId xmlns:a16="http://schemas.microsoft.com/office/drawing/2014/main" id="{251F051E-B1BC-8E84-7502-94370E876F55}"/>
                </a:ext>
              </a:extLst>
            </p:cNvPr>
            <p:cNvSpPr/>
            <p:nvPr/>
          </p:nvSpPr>
          <p:spPr>
            <a:xfrm flipV="1">
              <a:off x="2598420" y="1714500"/>
              <a:ext cx="0" cy="33832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Shape 67">
              <a:extLst>
                <a:ext uri="{FF2B5EF4-FFF2-40B4-BE49-F238E27FC236}">
                  <a16:creationId xmlns:a16="http://schemas.microsoft.com/office/drawing/2014/main" id="{BC6C5128-69C5-96E7-F4C5-7FDF802CEE58}"/>
                </a:ext>
              </a:extLst>
            </p:cNvPr>
            <p:cNvSpPr/>
            <p:nvPr/>
          </p:nvSpPr>
          <p:spPr>
            <a:xfrm flipV="1">
              <a:off x="2594610" y="1714500"/>
              <a:ext cx="1091437" cy="381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Shape 28">
              <a:extLst>
                <a:ext uri="{FF2B5EF4-FFF2-40B4-BE49-F238E27FC236}">
                  <a16:creationId xmlns:a16="http://schemas.microsoft.com/office/drawing/2014/main" id="{7B8D85CE-4F22-5E0A-56D8-CE93AF485A29}"/>
                </a:ext>
              </a:extLst>
            </p:cNvPr>
            <p:cNvSpPr/>
            <p:nvPr/>
          </p:nvSpPr>
          <p:spPr>
            <a:xfrm flipV="1">
              <a:off x="3844304" y="2283751"/>
              <a:ext cx="0" cy="18159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Shape 28">
              <a:extLst>
                <a:ext uri="{FF2B5EF4-FFF2-40B4-BE49-F238E27FC236}">
                  <a16:creationId xmlns:a16="http://schemas.microsoft.com/office/drawing/2014/main" id="{B2A71224-EEA9-C80C-B061-531E7B3ADF3A}"/>
                </a:ext>
              </a:extLst>
            </p:cNvPr>
            <p:cNvSpPr/>
            <p:nvPr/>
          </p:nvSpPr>
          <p:spPr>
            <a:xfrm flipV="1">
              <a:off x="1988813" y="3876675"/>
              <a:ext cx="0" cy="244315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15">
              <a:extLst>
                <a:ext uri="{FF2B5EF4-FFF2-40B4-BE49-F238E27FC236}">
                  <a16:creationId xmlns:a16="http://schemas.microsoft.com/office/drawing/2014/main" id="{4E4EF642-3B42-46EB-EC24-4137C4D7C5B3}"/>
                </a:ext>
              </a:extLst>
            </p:cNvPr>
            <p:cNvSpPr/>
            <p:nvPr/>
          </p:nvSpPr>
          <p:spPr>
            <a:xfrm>
              <a:off x="3289604" y="2056198"/>
              <a:ext cx="396405" cy="3993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DDD3A31E-F9C6-15ED-5B02-0B225C1546FA}"/>
                </a:ext>
              </a:extLst>
            </p:cNvPr>
            <p:cNvSpPr txBox="1"/>
            <p:nvPr/>
          </p:nvSpPr>
          <p:spPr>
            <a:xfrm>
              <a:off x="3288538" y="2300479"/>
              <a:ext cx="347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[39:0]</a:t>
              </a:r>
              <a:endParaRPr lang="en-US" sz="850" dirty="0"/>
            </a:p>
          </p:txBody>
        </p:sp>
        <p:sp>
          <p:nvSpPr>
            <p:cNvPr id="115" name="Shape 15">
              <a:extLst>
                <a:ext uri="{FF2B5EF4-FFF2-40B4-BE49-F238E27FC236}">
                  <a16:creationId xmlns:a16="http://schemas.microsoft.com/office/drawing/2014/main" id="{9255393F-F0DC-0C15-1589-C90F51767417}"/>
                </a:ext>
              </a:extLst>
            </p:cNvPr>
            <p:cNvSpPr/>
            <p:nvPr/>
          </p:nvSpPr>
          <p:spPr>
            <a:xfrm flipV="1">
              <a:off x="4003548" y="1902275"/>
              <a:ext cx="283973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Shape 28">
              <a:extLst>
                <a:ext uri="{FF2B5EF4-FFF2-40B4-BE49-F238E27FC236}">
                  <a16:creationId xmlns:a16="http://schemas.microsoft.com/office/drawing/2014/main" id="{114EEB16-6596-A223-D5BA-B1D6177E8FF1}"/>
                </a:ext>
              </a:extLst>
            </p:cNvPr>
            <p:cNvSpPr/>
            <p:nvPr/>
          </p:nvSpPr>
          <p:spPr>
            <a:xfrm>
              <a:off x="5138380" y="1781878"/>
              <a:ext cx="0" cy="1483324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Shape 15">
              <a:extLst>
                <a:ext uri="{FF2B5EF4-FFF2-40B4-BE49-F238E27FC236}">
                  <a16:creationId xmlns:a16="http://schemas.microsoft.com/office/drawing/2014/main" id="{29815437-B31C-3F7F-7DA9-886073F3CFE6}"/>
                </a:ext>
              </a:extLst>
            </p:cNvPr>
            <p:cNvSpPr/>
            <p:nvPr/>
          </p:nvSpPr>
          <p:spPr>
            <a:xfrm flipH="1" flipV="1">
              <a:off x="4516880" y="3473828"/>
              <a:ext cx="425779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DA7324A-6089-9E1E-548E-83E9222638C2}"/>
                </a:ext>
              </a:extLst>
            </p:cNvPr>
            <p:cNvSpPr txBox="1"/>
            <p:nvPr/>
          </p:nvSpPr>
          <p:spPr>
            <a:xfrm>
              <a:off x="4453302" y="3247181"/>
              <a:ext cx="508000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[41:0]</a:t>
              </a:r>
              <a:endParaRPr lang="en-US" sz="850" dirty="0"/>
            </a:p>
          </p:txBody>
        </p:sp>
        <p:sp>
          <p:nvSpPr>
            <p:cNvPr id="152" name="Shape 28">
              <a:extLst>
                <a:ext uri="{FF2B5EF4-FFF2-40B4-BE49-F238E27FC236}">
                  <a16:creationId xmlns:a16="http://schemas.microsoft.com/office/drawing/2014/main" id="{40E8DF72-5581-53AC-A7D7-E3C0A5D1119B}"/>
                </a:ext>
              </a:extLst>
            </p:cNvPr>
            <p:cNvSpPr/>
            <p:nvPr/>
          </p:nvSpPr>
          <p:spPr>
            <a:xfrm flipV="1">
              <a:off x="5138380" y="3672512"/>
              <a:ext cx="0" cy="260086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Shape 62">
              <a:extLst>
                <a:ext uri="{FF2B5EF4-FFF2-40B4-BE49-F238E27FC236}">
                  <a16:creationId xmlns:a16="http://schemas.microsoft.com/office/drawing/2014/main" id="{F30412B7-0A4E-7F52-4ADA-FB69E53E2085}"/>
                </a:ext>
              </a:extLst>
            </p:cNvPr>
            <p:cNvSpPr/>
            <p:nvPr/>
          </p:nvSpPr>
          <p:spPr>
            <a:xfrm flipH="1">
              <a:off x="2397252" y="3618831"/>
              <a:ext cx="827532" cy="338327"/>
            </a:xfrm>
            <a:prstGeom prst="roundRect">
              <a:avLst>
                <a:gd name="adj" fmla="val 2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Text 63">
              <a:extLst>
                <a:ext uri="{FF2B5EF4-FFF2-40B4-BE49-F238E27FC236}">
                  <a16:creationId xmlns:a16="http://schemas.microsoft.com/office/drawing/2014/main" id="{384370AC-AF27-D65B-D73B-C12E89834A59}"/>
                </a:ext>
              </a:extLst>
            </p:cNvPr>
            <p:cNvSpPr txBox="1"/>
            <p:nvPr/>
          </p:nvSpPr>
          <p:spPr>
            <a:xfrm flipH="1">
              <a:off x="2287524" y="3655408"/>
              <a:ext cx="98755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&lt; MIN_V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6" name="Shape 66">
              <a:extLst>
                <a:ext uri="{FF2B5EF4-FFF2-40B4-BE49-F238E27FC236}">
                  <a16:creationId xmlns:a16="http://schemas.microsoft.com/office/drawing/2014/main" id="{F772CA20-78A4-6570-A347-D60BAC9E0106}"/>
                </a:ext>
              </a:extLst>
            </p:cNvPr>
            <p:cNvSpPr/>
            <p:nvPr/>
          </p:nvSpPr>
          <p:spPr>
            <a:xfrm flipH="1" flipV="1">
              <a:off x="3378355" y="3212431"/>
              <a:ext cx="0" cy="33832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Shape 68">
              <a:extLst>
                <a:ext uri="{FF2B5EF4-FFF2-40B4-BE49-F238E27FC236}">
                  <a16:creationId xmlns:a16="http://schemas.microsoft.com/office/drawing/2014/main" id="{FD3CA626-A0D2-9091-A53B-F72A079E3852}"/>
                </a:ext>
              </a:extLst>
            </p:cNvPr>
            <p:cNvSpPr/>
            <p:nvPr/>
          </p:nvSpPr>
          <p:spPr>
            <a:xfrm flipH="1">
              <a:off x="3378355" y="3550760"/>
              <a:ext cx="0" cy="28077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Shape 67">
              <a:extLst>
                <a:ext uri="{FF2B5EF4-FFF2-40B4-BE49-F238E27FC236}">
                  <a16:creationId xmlns:a16="http://schemas.microsoft.com/office/drawing/2014/main" id="{AC8551FB-A79F-83FA-A5B7-4E36D34CA183}"/>
                </a:ext>
              </a:extLst>
            </p:cNvPr>
            <p:cNvSpPr/>
            <p:nvPr/>
          </p:nvSpPr>
          <p:spPr>
            <a:xfrm flipH="1">
              <a:off x="3200360" y="3819315"/>
              <a:ext cx="183537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Shape 69">
              <a:extLst>
                <a:ext uri="{FF2B5EF4-FFF2-40B4-BE49-F238E27FC236}">
                  <a16:creationId xmlns:a16="http://schemas.microsoft.com/office/drawing/2014/main" id="{F4EFED54-4FA2-8DC2-E709-EAC192B8B0C4}"/>
                </a:ext>
              </a:extLst>
            </p:cNvPr>
            <p:cNvSpPr/>
            <p:nvPr/>
          </p:nvSpPr>
          <p:spPr>
            <a:xfrm flipH="1">
              <a:off x="2142751" y="3212431"/>
              <a:ext cx="234688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Shape 69">
              <a:extLst>
                <a:ext uri="{FF2B5EF4-FFF2-40B4-BE49-F238E27FC236}">
                  <a16:creationId xmlns:a16="http://schemas.microsoft.com/office/drawing/2014/main" id="{BF23A304-4E32-CB75-2D07-72F7C1DF4171}"/>
                </a:ext>
              </a:extLst>
            </p:cNvPr>
            <p:cNvSpPr/>
            <p:nvPr/>
          </p:nvSpPr>
          <p:spPr>
            <a:xfrm flipH="1">
              <a:off x="2142749" y="3798729"/>
              <a:ext cx="249923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Text 5">
              <a:extLst>
                <a:ext uri="{FF2B5EF4-FFF2-40B4-BE49-F238E27FC236}">
                  <a16:creationId xmlns:a16="http://schemas.microsoft.com/office/drawing/2014/main" id="{DF9E2361-1DC9-0F98-EBEC-9B74E2E0ECD5}"/>
                </a:ext>
              </a:extLst>
            </p:cNvPr>
            <p:cNvSpPr txBox="1"/>
            <p:nvPr/>
          </p:nvSpPr>
          <p:spPr>
            <a:xfrm rot="16200000">
              <a:off x="971859" y="3785483"/>
              <a:ext cx="4409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[15:0]</a:t>
              </a:r>
              <a:endParaRPr lang="en-US" sz="1000" dirty="0"/>
            </a:p>
          </p:txBody>
        </p:sp>
        <p:sp>
          <p:nvSpPr>
            <p:cNvPr id="186" name="Shape 39">
              <a:extLst>
                <a:ext uri="{FF2B5EF4-FFF2-40B4-BE49-F238E27FC236}">
                  <a16:creationId xmlns:a16="http://schemas.microsoft.com/office/drawing/2014/main" id="{31F533DB-98C6-2776-ACDF-2D7A030C0028}"/>
                </a:ext>
              </a:extLst>
            </p:cNvPr>
            <p:cNvSpPr/>
            <p:nvPr/>
          </p:nvSpPr>
          <p:spPr>
            <a:xfrm>
              <a:off x="1310212" y="3702163"/>
              <a:ext cx="0" cy="1074713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Shape 71">
              <a:extLst>
                <a:ext uri="{FF2B5EF4-FFF2-40B4-BE49-F238E27FC236}">
                  <a16:creationId xmlns:a16="http://schemas.microsoft.com/office/drawing/2014/main" id="{4B2E6089-C7E4-13E7-EA29-4AF3171F6B7F}"/>
                </a:ext>
              </a:extLst>
            </p:cNvPr>
            <p:cNvSpPr/>
            <p:nvPr/>
          </p:nvSpPr>
          <p:spPr>
            <a:xfrm rot="5400000">
              <a:off x="1340375" y="4763976"/>
              <a:ext cx="752954" cy="310896"/>
            </a:xfrm>
            <a:prstGeom prst="trapezoid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0" name="Shape 9">
              <a:extLst>
                <a:ext uri="{FF2B5EF4-FFF2-40B4-BE49-F238E27FC236}">
                  <a16:creationId xmlns:a16="http://schemas.microsoft.com/office/drawing/2014/main" id="{AC87DF9C-843C-061B-C475-F83FC5DA6405}"/>
                </a:ext>
              </a:extLst>
            </p:cNvPr>
            <p:cNvSpPr/>
            <p:nvPr/>
          </p:nvSpPr>
          <p:spPr>
            <a:xfrm flipV="1">
              <a:off x="1320368" y="4766716"/>
              <a:ext cx="245182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Shape 9">
              <a:extLst>
                <a:ext uri="{FF2B5EF4-FFF2-40B4-BE49-F238E27FC236}">
                  <a16:creationId xmlns:a16="http://schemas.microsoft.com/office/drawing/2014/main" id="{3AB33B04-B731-F068-2734-9DC9BF8A7FF0}"/>
                </a:ext>
              </a:extLst>
            </p:cNvPr>
            <p:cNvSpPr/>
            <p:nvPr/>
          </p:nvSpPr>
          <p:spPr>
            <a:xfrm flipV="1">
              <a:off x="1291589" y="5043675"/>
              <a:ext cx="258555" cy="666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Text 82">
              <a:extLst>
                <a:ext uri="{FF2B5EF4-FFF2-40B4-BE49-F238E27FC236}">
                  <a16:creationId xmlns:a16="http://schemas.microsoft.com/office/drawing/2014/main" id="{78F3F630-DAD7-9927-B828-FE084EB99051}"/>
                </a:ext>
              </a:extLst>
            </p:cNvPr>
            <p:cNvSpPr txBox="1"/>
            <p:nvPr/>
          </p:nvSpPr>
          <p:spPr>
            <a:xfrm>
              <a:off x="939799" y="5427709"/>
              <a:ext cx="338328" cy="1782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68758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ReLU   </a:t>
              </a:r>
              <a:endParaRPr lang="en-US" sz="950" dirty="0"/>
            </a:p>
          </p:txBody>
        </p:sp>
        <p:sp>
          <p:nvSpPr>
            <p:cNvPr id="202" name="Text 87">
              <a:extLst>
                <a:ext uri="{FF2B5EF4-FFF2-40B4-BE49-F238E27FC236}">
                  <a16:creationId xmlns:a16="http://schemas.microsoft.com/office/drawing/2014/main" id="{85DCF0CB-ACFE-0A9B-BF65-92C1A24014AB}"/>
                </a:ext>
              </a:extLst>
            </p:cNvPr>
            <p:cNvSpPr txBox="1"/>
            <p:nvPr/>
          </p:nvSpPr>
          <p:spPr>
            <a:xfrm>
              <a:off x="993264" y="4926993"/>
              <a:ext cx="3108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'0'</a:t>
              </a:r>
              <a:endParaRPr lang="en-US" sz="1000" dirty="0"/>
            </a:p>
          </p:txBody>
        </p:sp>
        <p:sp>
          <p:nvSpPr>
            <p:cNvPr id="214" name="Shape 94">
              <a:extLst>
                <a:ext uri="{FF2B5EF4-FFF2-40B4-BE49-F238E27FC236}">
                  <a16:creationId xmlns:a16="http://schemas.microsoft.com/office/drawing/2014/main" id="{BF5CD54A-575E-191E-2A42-4DAAB105FD88}"/>
                </a:ext>
              </a:extLst>
            </p:cNvPr>
            <p:cNvSpPr/>
            <p:nvPr/>
          </p:nvSpPr>
          <p:spPr>
            <a:xfrm>
              <a:off x="3116021" y="4676000"/>
              <a:ext cx="220424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Shape 95">
              <a:extLst>
                <a:ext uri="{FF2B5EF4-FFF2-40B4-BE49-F238E27FC236}">
                  <a16:creationId xmlns:a16="http://schemas.microsoft.com/office/drawing/2014/main" id="{A959019F-33AE-F2D2-17C1-9DB384E69E3E}"/>
                </a:ext>
              </a:extLst>
            </p:cNvPr>
            <p:cNvSpPr/>
            <p:nvPr/>
          </p:nvSpPr>
          <p:spPr>
            <a:xfrm flipV="1">
              <a:off x="3329081" y="4395640"/>
              <a:ext cx="1013" cy="29028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Shape 96">
              <a:extLst>
                <a:ext uri="{FF2B5EF4-FFF2-40B4-BE49-F238E27FC236}">
                  <a16:creationId xmlns:a16="http://schemas.microsoft.com/office/drawing/2014/main" id="{ABF810FD-AC36-364E-64E0-AAE47178972D}"/>
                </a:ext>
              </a:extLst>
            </p:cNvPr>
            <p:cNvSpPr/>
            <p:nvPr/>
          </p:nvSpPr>
          <p:spPr>
            <a:xfrm>
              <a:off x="3327091" y="4395640"/>
              <a:ext cx="1322123" cy="4544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Shape 97">
              <a:extLst>
                <a:ext uri="{FF2B5EF4-FFF2-40B4-BE49-F238E27FC236}">
                  <a16:creationId xmlns:a16="http://schemas.microsoft.com/office/drawing/2014/main" id="{00DD804E-7492-DDFE-1261-B95A5BE207FB}"/>
                </a:ext>
              </a:extLst>
            </p:cNvPr>
            <p:cNvSpPr/>
            <p:nvPr/>
          </p:nvSpPr>
          <p:spPr>
            <a:xfrm>
              <a:off x="2011960" y="4689434"/>
              <a:ext cx="100584" cy="20116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Text 98">
              <a:extLst>
                <a:ext uri="{FF2B5EF4-FFF2-40B4-BE49-F238E27FC236}">
                  <a16:creationId xmlns:a16="http://schemas.microsoft.com/office/drawing/2014/main" id="{3193C4E5-2A54-33D1-670C-3E8E0EAD30CB}"/>
                </a:ext>
              </a:extLst>
            </p:cNvPr>
            <p:cNvSpPr txBox="1"/>
            <p:nvPr/>
          </p:nvSpPr>
          <p:spPr>
            <a:xfrm>
              <a:off x="1778962" y="4491990"/>
              <a:ext cx="5120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</a:t>
              </a:r>
              <a:endParaRPr lang="en-US" sz="850" dirty="0"/>
            </a:p>
          </p:txBody>
        </p:sp>
        <p:sp>
          <p:nvSpPr>
            <p:cNvPr id="226" name="Shape 100">
              <a:extLst>
                <a:ext uri="{FF2B5EF4-FFF2-40B4-BE49-F238E27FC236}">
                  <a16:creationId xmlns:a16="http://schemas.microsoft.com/office/drawing/2014/main" id="{1F9C37F0-3D60-217F-FD32-DB0109306408}"/>
                </a:ext>
              </a:extLst>
            </p:cNvPr>
            <p:cNvSpPr/>
            <p:nvPr/>
          </p:nvSpPr>
          <p:spPr>
            <a:xfrm>
              <a:off x="2458358" y="4557630"/>
              <a:ext cx="733406" cy="5209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Text 101">
              <a:extLst>
                <a:ext uri="{FF2B5EF4-FFF2-40B4-BE49-F238E27FC236}">
                  <a16:creationId xmlns:a16="http://schemas.microsoft.com/office/drawing/2014/main" id="{73615D91-1DD5-739D-D56C-7F741C0A055F}"/>
                </a:ext>
              </a:extLst>
            </p:cNvPr>
            <p:cNvSpPr txBox="1"/>
            <p:nvPr/>
          </p:nvSpPr>
          <p:spPr>
            <a:xfrm>
              <a:off x="2379843" y="4562200"/>
              <a:ext cx="87782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y_r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0" name="Text 102">
              <a:extLst>
                <a:ext uri="{FF2B5EF4-FFF2-40B4-BE49-F238E27FC236}">
                  <a16:creationId xmlns:a16="http://schemas.microsoft.com/office/drawing/2014/main" id="{0E3EC602-6064-2300-5864-C2EE770B2B93}"/>
                </a:ext>
              </a:extLst>
            </p:cNvPr>
            <p:cNvSpPr txBox="1"/>
            <p:nvPr/>
          </p:nvSpPr>
          <p:spPr>
            <a:xfrm>
              <a:off x="2416419" y="4799944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16-bit</a:t>
              </a:r>
              <a:endParaRPr lang="en-US" sz="8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2" name="Shape 103">
              <a:extLst>
                <a:ext uri="{FF2B5EF4-FFF2-40B4-BE49-F238E27FC236}">
                  <a16:creationId xmlns:a16="http://schemas.microsoft.com/office/drawing/2014/main" id="{5CECB7AB-3F17-C756-1CA6-3F1CA106AC9C}"/>
                </a:ext>
              </a:extLst>
            </p:cNvPr>
            <p:cNvSpPr/>
            <p:nvPr/>
          </p:nvSpPr>
          <p:spPr>
            <a:xfrm rot="5400000">
              <a:off x="2445003" y="4922605"/>
              <a:ext cx="164592" cy="137160"/>
            </a:xfrm>
            <a:prstGeom prst="triangl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Shape 104">
              <a:extLst>
                <a:ext uri="{FF2B5EF4-FFF2-40B4-BE49-F238E27FC236}">
                  <a16:creationId xmlns:a16="http://schemas.microsoft.com/office/drawing/2014/main" id="{517E3ECF-18E5-A3A6-4751-6A6936926A69}"/>
                </a:ext>
              </a:extLst>
            </p:cNvPr>
            <p:cNvSpPr/>
            <p:nvPr/>
          </p:nvSpPr>
          <p:spPr>
            <a:xfrm>
              <a:off x="3982038" y="4622406"/>
              <a:ext cx="718069" cy="54406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Text 105">
              <a:extLst>
                <a:ext uri="{FF2B5EF4-FFF2-40B4-BE49-F238E27FC236}">
                  <a16:creationId xmlns:a16="http://schemas.microsoft.com/office/drawing/2014/main" id="{697BEEC6-53D2-3FE7-E8BD-16E62643AADC}"/>
                </a:ext>
              </a:extLst>
            </p:cNvPr>
            <p:cNvSpPr txBox="1"/>
            <p:nvPr/>
          </p:nvSpPr>
          <p:spPr>
            <a:xfrm>
              <a:off x="3982038" y="4667618"/>
              <a:ext cx="718069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y_valid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8" name="Text 106">
              <a:extLst>
                <a:ext uri="{FF2B5EF4-FFF2-40B4-BE49-F238E27FC236}">
                  <a16:creationId xmlns:a16="http://schemas.microsoft.com/office/drawing/2014/main" id="{154FE9D2-EF92-FD73-6FE8-93491932816A}"/>
                </a:ext>
              </a:extLst>
            </p:cNvPr>
            <p:cNvSpPr txBox="1"/>
            <p:nvPr/>
          </p:nvSpPr>
          <p:spPr>
            <a:xfrm>
              <a:off x="4018614" y="4905362"/>
              <a:ext cx="63923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1-bit</a:t>
              </a:r>
              <a:endParaRPr lang="en-US" sz="8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0" name="Shape 107">
              <a:extLst>
                <a:ext uri="{FF2B5EF4-FFF2-40B4-BE49-F238E27FC236}">
                  <a16:creationId xmlns:a16="http://schemas.microsoft.com/office/drawing/2014/main" id="{3CA378C0-001D-BD25-48C1-40EDF6787CFE}"/>
                </a:ext>
              </a:extLst>
            </p:cNvPr>
            <p:cNvSpPr/>
            <p:nvPr/>
          </p:nvSpPr>
          <p:spPr>
            <a:xfrm rot="5400000">
              <a:off x="3968322" y="5007978"/>
              <a:ext cx="164592" cy="137160"/>
            </a:xfrm>
            <a:prstGeom prst="triangl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Text 112">
              <a:extLst>
                <a:ext uri="{FF2B5EF4-FFF2-40B4-BE49-F238E27FC236}">
                  <a16:creationId xmlns:a16="http://schemas.microsoft.com/office/drawing/2014/main" id="{EA404419-C5E5-08A8-17B0-D57ED9D1A0D1}"/>
                </a:ext>
              </a:extLst>
            </p:cNvPr>
            <p:cNvSpPr txBox="1"/>
            <p:nvPr/>
          </p:nvSpPr>
          <p:spPr>
            <a:xfrm>
              <a:off x="3408371" y="4758776"/>
              <a:ext cx="57618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result_en</a:t>
              </a:r>
              <a:endParaRPr lang="en-US" sz="900" dirty="0"/>
            </a:p>
          </p:txBody>
        </p:sp>
        <p:sp>
          <p:nvSpPr>
            <p:cNvPr id="260" name="Shape 111">
              <a:extLst>
                <a:ext uri="{FF2B5EF4-FFF2-40B4-BE49-F238E27FC236}">
                  <a16:creationId xmlns:a16="http://schemas.microsoft.com/office/drawing/2014/main" id="{6C204FC6-B38C-A2AB-B065-788B7FF3E7B1}"/>
                </a:ext>
              </a:extLst>
            </p:cNvPr>
            <p:cNvSpPr/>
            <p:nvPr/>
          </p:nvSpPr>
          <p:spPr>
            <a:xfrm>
              <a:off x="3714749" y="4759566"/>
              <a:ext cx="274299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Text 72">
              <a:extLst>
                <a:ext uri="{FF2B5EF4-FFF2-40B4-BE49-F238E27FC236}">
                  <a16:creationId xmlns:a16="http://schemas.microsoft.com/office/drawing/2014/main" id="{0664750D-C57A-94CB-08C9-F07EA8CBA3C1}"/>
                </a:ext>
              </a:extLst>
            </p:cNvPr>
            <p:cNvSpPr txBox="1"/>
            <p:nvPr/>
          </p:nvSpPr>
          <p:spPr>
            <a:xfrm rot="5400000" flipH="1">
              <a:off x="1531499" y="4776876"/>
              <a:ext cx="365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MUX</a:t>
              </a:r>
              <a:endParaRPr 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2" name="Text 91">
              <a:extLst>
                <a:ext uri="{FF2B5EF4-FFF2-40B4-BE49-F238E27FC236}">
                  <a16:creationId xmlns:a16="http://schemas.microsoft.com/office/drawing/2014/main" id="{0B02E66D-2F42-F754-232E-77C8E21C274B}"/>
                </a:ext>
              </a:extLst>
            </p:cNvPr>
            <p:cNvSpPr txBox="1"/>
            <p:nvPr/>
          </p:nvSpPr>
          <p:spPr>
            <a:xfrm>
              <a:off x="1035622" y="5421177"/>
              <a:ext cx="14264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 bit  </a:t>
              </a:r>
              <a:endParaRPr lang="en-US" sz="900" b="1" dirty="0"/>
            </a:p>
          </p:txBody>
        </p:sp>
        <p:sp>
          <p:nvSpPr>
            <p:cNvPr id="274" name="Shape 28">
              <a:extLst>
                <a:ext uri="{FF2B5EF4-FFF2-40B4-BE49-F238E27FC236}">
                  <a16:creationId xmlns:a16="http://schemas.microsoft.com/office/drawing/2014/main" id="{74BE027D-FD5D-63A1-31A5-EE89C81CF9DB}"/>
                </a:ext>
              </a:extLst>
            </p:cNvPr>
            <p:cNvSpPr/>
            <p:nvPr/>
          </p:nvSpPr>
          <p:spPr>
            <a:xfrm flipV="1">
              <a:off x="1720916" y="5248124"/>
              <a:ext cx="6875" cy="188392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Shape 9">
              <a:extLst>
                <a:ext uri="{FF2B5EF4-FFF2-40B4-BE49-F238E27FC236}">
                  <a16:creationId xmlns:a16="http://schemas.microsoft.com/office/drawing/2014/main" id="{6622F4D6-0808-0E51-0732-C0CC195CB86A}"/>
                </a:ext>
              </a:extLst>
            </p:cNvPr>
            <p:cNvSpPr/>
            <p:nvPr/>
          </p:nvSpPr>
          <p:spPr>
            <a:xfrm flipV="1">
              <a:off x="1872300" y="4791960"/>
              <a:ext cx="589786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Shape 109">
              <a:extLst>
                <a:ext uri="{FF2B5EF4-FFF2-40B4-BE49-F238E27FC236}">
                  <a16:creationId xmlns:a16="http://schemas.microsoft.com/office/drawing/2014/main" id="{8D1CFE00-ECB3-F12D-D8B7-B42FE5E8C5F1}"/>
                </a:ext>
              </a:extLst>
            </p:cNvPr>
            <p:cNvSpPr/>
            <p:nvPr/>
          </p:nvSpPr>
          <p:spPr>
            <a:xfrm>
              <a:off x="2291080" y="4989804"/>
              <a:ext cx="167639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Shape 110">
              <a:extLst>
                <a:ext uri="{FF2B5EF4-FFF2-40B4-BE49-F238E27FC236}">
                  <a16:creationId xmlns:a16="http://schemas.microsoft.com/office/drawing/2014/main" id="{40AC78BE-28C2-FA87-7B28-B48AB5DC46A5}"/>
                </a:ext>
              </a:extLst>
            </p:cNvPr>
            <p:cNvSpPr/>
            <p:nvPr/>
          </p:nvSpPr>
          <p:spPr>
            <a:xfrm flipV="1">
              <a:off x="2296180" y="4979022"/>
              <a:ext cx="0" cy="318783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0ED192BB-591B-9161-B185-7C51FCE1F672}"/>
                </a:ext>
              </a:extLst>
            </p:cNvPr>
            <p:cNvSpPr txBox="1"/>
            <p:nvPr/>
          </p:nvSpPr>
          <p:spPr>
            <a:xfrm>
              <a:off x="2700488" y="5421177"/>
              <a:ext cx="4998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clk</a:t>
              </a:r>
              <a:endParaRPr lang="en-US" dirty="0"/>
            </a:p>
          </p:txBody>
        </p:sp>
        <p:sp>
          <p:nvSpPr>
            <p:cNvPr id="285" name="Text 117">
              <a:extLst>
                <a:ext uri="{FF2B5EF4-FFF2-40B4-BE49-F238E27FC236}">
                  <a16:creationId xmlns:a16="http://schemas.microsoft.com/office/drawing/2014/main" id="{402FAF2A-8622-AB5D-6A62-C19D1423897A}"/>
                </a:ext>
              </a:extLst>
            </p:cNvPr>
            <p:cNvSpPr txBox="1"/>
            <p:nvPr/>
          </p:nvSpPr>
          <p:spPr>
            <a:xfrm>
              <a:off x="4696888" y="4261169"/>
              <a:ext cx="64209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y_r [15:0]</a:t>
              </a:r>
              <a:endParaRPr lang="en-US" sz="1000" dirty="0">
                <a:solidFill>
                  <a:srgbClr val="C00000"/>
                </a:solidFill>
              </a:endParaRPr>
            </a:p>
          </p:txBody>
        </p:sp>
        <p:sp>
          <p:nvSpPr>
            <p:cNvPr id="287" name="Shape 94">
              <a:extLst>
                <a:ext uri="{FF2B5EF4-FFF2-40B4-BE49-F238E27FC236}">
                  <a16:creationId xmlns:a16="http://schemas.microsoft.com/office/drawing/2014/main" id="{2702A5A5-E1A6-0E4B-E825-D3E30235A468}"/>
                </a:ext>
              </a:extLst>
            </p:cNvPr>
            <p:cNvSpPr/>
            <p:nvPr/>
          </p:nvSpPr>
          <p:spPr>
            <a:xfrm>
              <a:off x="2287524" y="5297805"/>
              <a:ext cx="1456437" cy="5436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Shape 95">
              <a:extLst>
                <a:ext uri="{FF2B5EF4-FFF2-40B4-BE49-F238E27FC236}">
                  <a16:creationId xmlns:a16="http://schemas.microsoft.com/office/drawing/2014/main" id="{D5A094C8-65A6-6A26-F2A3-C05BEA7F673C}"/>
                </a:ext>
              </a:extLst>
            </p:cNvPr>
            <p:cNvSpPr/>
            <p:nvPr/>
          </p:nvSpPr>
          <p:spPr>
            <a:xfrm flipV="1">
              <a:off x="3735680" y="5078384"/>
              <a:ext cx="609" cy="217517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Shape 96">
              <a:extLst>
                <a:ext uri="{FF2B5EF4-FFF2-40B4-BE49-F238E27FC236}">
                  <a16:creationId xmlns:a16="http://schemas.microsoft.com/office/drawing/2014/main" id="{2AFE95F9-350F-7869-EDD1-BC7B7BCF8FD0}"/>
                </a:ext>
              </a:extLst>
            </p:cNvPr>
            <p:cNvSpPr/>
            <p:nvPr/>
          </p:nvSpPr>
          <p:spPr>
            <a:xfrm>
              <a:off x="3735680" y="5090696"/>
              <a:ext cx="246358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Text 119">
              <a:extLst>
                <a:ext uri="{FF2B5EF4-FFF2-40B4-BE49-F238E27FC236}">
                  <a16:creationId xmlns:a16="http://schemas.microsoft.com/office/drawing/2014/main" id="{702BA02E-A337-00F1-3D76-F9BA4C5ECAF6}"/>
                </a:ext>
              </a:extLst>
            </p:cNvPr>
            <p:cNvSpPr txBox="1"/>
            <p:nvPr/>
          </p:nvSpPr>
          <p:spPr>
            <a:xfrm>
              <a:off x="4984496" y="4665351"/>
              <a:ext cx="424011" cy="1722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y_valid</a:t>
              </a:r>
              <a:endParaRPr lang="en-US" sz="900" dirty="0"/>
            </a:p>
          </p:txBody>
        </p:sp>
        <p:sp>
          <p:nvSpPr>
            <p:cNvPr id="296" name="Shape 96">
              <a:extLst>
                <a:ext uri="{FF2B5EF4-FFF2-40B4-BE49-F238E27FC236}">
                  <a16:creationId xmlns:a16="http://schemas.microsoft.com/office/drawing/2014/main" id="{5DFF1433-17B5-A948-51AB-DCEEBE569533}"/>
                </a:ext>
              </a:extLst>
            </p:cNvPr>
            <p:cNvSpPr/>
            <p:nvPr/>
          </p:nvSpPr>
          <p:spPr>
            <a:xfrm>
              <a:off x="4700107" y="4758776"/>
              <a:ext cx="246358" cy="79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Text 49">
              <a:extLst>
                <a:ext uri="{FF2B5EF4-FFF2-40B4-BE49-F238E27FC236}">
                  <a16:creationId xmlns:a16="http://schemas.microsoft.com/office/drawing/2014/main" id="{6382BD83-091D-B8DE-3215-720F857D0FE7}"/>
                </a:ext>
              </a:extLst>
            </p:cNvPr>
            <p:cNvSpPr txBox="1"/>
            <p:nvPr/>
          </p:nvSpPr>
          <p:spPr>
            <a:xfrm>
              <a:off x="956823" y="2993038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REQUANTIZE</a:t>
              </a:r>
              <a:endParaRPr lang="en-US" sz="950" b="1" dirty="0"/>
            </a:p>
          </p:txBody>
        </p:sp>
        <p:sp>
          <p:nvSpPr>
            <p:cNvPr id="308" name="Text 93">
              <a:extLst>
                <a:ext uri="{FF2B5EF4-FFF2-40B4-BE49-F238E27FC236}">
                  <a16:creationId xmlns:a16="http://schemas.microsoft.com/office/drawing/2014/main" id="{A7BA56FF-F8CF-A504-B0B4-8E88E8100022}"/>
                </a:ext>
              </a:extLst>
            </p:cNvPr>
            <p:cNvSpPr txBox="1"/>
            <p:nvPr/>
          </p:nvSpPr>
          <p:spPr>
            <a:xfrm>
              <a:off x="4416256" y="5444099"/>
              <a:ext cx="992251" cy="1782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 REGISTER</a:t>
              </a:r>
              <a:endParaRPr lang="en-US" sz="950" b="1" dirty="0"/>
            </a:p>
          </p:txBody>
        </p:sp>
        <p:sp>
          <p:nvSpPr>
            <p:cNvPr id="311" name="Shape 35">
              <a:extLst>
                <a:ext uri="{FF2B5EF4-FFF2-40B4-BE49-F238E27FC236}">
                  <a16:creationId xmlns:a16="http://schemas.microsoft.com/office/drawing/2014/main" id="{F7CCD540-FD80-6E7D-4343-9A9ACFF81559}"/>
                </a:ext>
              </a:extLst>
            </p:cNvPr>
            <p:cNvSpPr/>
            <p:nvPr/>
          </p:nvSpPr>
          <p:spPr>
            <a:xfrm>
              <a:off x="1996713" y="4110466"/>
              <a:ext cx="115068" cy="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Shape 97">
              <a:extLst>
                <a:ext uri="{FF2B5EF4-FFF2-40B4-BE49-F238E27FC236}">
                  <a16:creationId xmlns:a16="http://schemas.microsoft.com/office/drawing/2014/main" id="{BBC94FA2-8DB5-3C49-B208-532B709C037D}"/>
                </a:ext>
              </a:extLst>
            </p:cNvPr>
            <p:cNvSpPr/>
            <p:nvPr/>
          </p:nvSpPr>
          <p:spPr>
            <a:xfrm flipH="1">
              <a:off x="2866898" y="5303239"/>
              <a:ext cx="0" cy="15649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Text 17">
              <a:extLst>
                <a:ext uri="{FF2B5EF4-FFF2-40B4-BE49-F238E27FC236}">
                  <a16:creationId xmlns:a16="http://schemas.microsoft.com/office/drawing/2014/main" id="{F10D06DB-AED7-CBD2-15F7-2023622E62F8}"/>
                </a:ext>
              </a:extLst>
            </p:cNvPr>
            <p:cNvSpPr txBox="1"/>
            <p:nvPr/>
          </p:nvSpPr>
          <p:spPr>
            <a:xfrm>
              <a:off x="3202099" y="1482006"/>
              <a:ext cx="3474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A20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[39:0]</a:t>
              </a:r>
              <a:endParaRPr lang="en-US" sz="850" dirty="0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B904CEB4-B40C-1C12-6866-039E2DEC5EC0}"/>
                </a:ext>
              </a:extLst>
            </p:cNvPr>
            <p:cNvSpPr txBox="1"/>
            <p:nvPr/>
          </p:nvSpPr>
          <p:spPr>
            <a:xfrm>
              <a:off x="2300732" y="1471109"/>
              <a:ext cx="113233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Signed bit-extend </a:t>
              </a:r>
              <a:endParaRPr lang="en-US" b="1" dirty="0"/>
            </a:p>
          </p:txBody>
        </p:sp>
        <p:sp>
          <p:nvSpPr>
            <p:cNvPr id="4" name="Shape 12">
              <a:extLst>
                <a:ext uri="{FF2B5EF4-FFF2-40B4-BE49-F238E27FC236}">
                  <a16:creationId xmlns:a16="http://schemas.microsoft.com/office/drawing/2014/main" id="{7944AA9A-996D-D1EC-958B-8CCD92209630}"/>
                </a:ext>
              </a:extLst>
            </p:cNvPr>
            <p:cNvSpPr/>
            <p:nvPr/>
          </p:nvSpPr>
          <p:spPr>
            <a:xfrm>
              <a:off x="2879023" y="1862963"/>
              <a:ext cx="402590" cy="40259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Shape 45">
              <a:extLst>
                <a:ext uri="{FF2B5EF4-FFF2-40B4-BE49-F238E27FC236}">
                  <a16:creationId xmlns:a16="http://schemas.microsoft.com/office/drawing/2014/main" id="{0F447782-41E2-0474-89A8-EB08C1B964B4}"/>
                </a:ext>
              </a:extLst>
            </p:cNvPr>
            <p:cNvSpPr/>
            <p:nvPr/>
          </p:nvSpPr>
          <p:spPr>
            <a:xfrm>
              <a:off x="2012747" y="1914406"/>
              <a:ext cx="254964" cy="30911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45">
              <a:extLst>
                <a:ext uri="{FF2B5EF4-FFF2-40B4-BE49-F238E27FC236}">
                  <a16:creationId xmlns:a16="http://schemas.microsoft.com/office/drawing/2014/main" id="{F2A1A5C8-14E5-1558-C2BA-71CA98562E7B}"/>
                </a:ext>
              </a:extLst>
            </p:cNvPr>
            <p:cNvSpPr/>
            <p:nvPr/>
          </p:nvSpPr>
          <p:spPr>
            <a:xfrm flipH="1">
              <a:off x="2005278" y="1911668"/>
              <a:ext cx="262432" cy="291468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45">
              <a:extLst>
                <a:ext uri="{FF2B5EF4-FFF2-40B4-BE49-F238E27FC236}">
                  <a16:creationId xmlns:a16="http://schemas.microsoft.com/office/drawing/2014/main" id="{6C9BEE1D-FFAC-BF35-DA09-6341E760278C}"/>
                </a:ext>
              </a:extLst>
            </p:cNvPr>
            <p:cNvSpPr/>
            <p:nvPr/>
          </p:nvSpPr>
          <p:spPr>
            <a:xfrm rot="13200000">
              <a:off x="2948131" y="1910658"/>
              <a:ext cx="254964" cy="30911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45">
              <a:extLst>
                <a:ext uri="{FF2B5EF4-FFF2-40B4-BE49-F238E27FC236}">
                  <a16:creationId xmlns:a16="http://schemas.microsoft.com/office/drawing/2014/main" id="{B3C62291-5142-701A-7849-6A91AF13ACA0}"/>
                </a:ext>
              </a:extLst>
            </p:cNvPr>
            <p:cNvSpPr/>
            <p:nvPr/>
          </p:nvSpPr>
          <p:spPr>
            <a:xfrm rot="13200000" flipH="1">
              <a:off x="2923406" y="1931332"/>
              <a:ext cx="316832" cy="265850"/>
            </a:xfrm>
            <a:prstGeom prst="line">
              <a:avLst/>
            </a:prstGeom>
            <a:noFill/>
            <a:ln w="22225">
              <a:solidFill>
                <a:srgbClr val="3D4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284D0C9-ED31-4CC8-E1D7-88541F522AC3}"/>
                </a:ext>
              </a:extLst>
            </p:cNvPr>
            <p:cNvGrpSpPr/>
            <p:nvPr/>
          </p:nvGrpSpPr>
          <p:grpSpPr>
            <a:xfrm>
              <a:off x="4947243" y="3271740"/>
              <a:ext cx="402590" cy="402590"/>
              <a:chOff x="4937085" y="3289998"/>
              <a:chExt cx="402590" cy="402590"/>
            </a:xfrm>
          </p:grpSpPr>
          <p:sp>
            <p:nvSpPr>
              <p:cNvPr id="50" name="Shape 12">
                <a:extLst>
                  <a:ext uri="{FF2B5EF4-FFF2-40B4-BE49-F238E27FC236}">
                    <a16:creationId xmlns:a16="http://schemas.microsoft.com/office/drawing/2014/main" id="{B9EE27F2-F56C-1555-4F9A-2B71097EA485}"/>
                  </a:ext>
                </a:extLst>
              </p:cNvPr>
              <p:cNvSpPr/>
              <p:nvPr/>
            </p:nvSpPr>
            <p:spPr>
              <a:xfrm>
                <a:off x="4937085" y="3289998"/>
                <a:ext cx="402590" cy="40259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Shape 45">
                <a:extLst>
                  <a:ext uri="{FF2B5EF4-FFF2-40B4-BE49-F238E27FC236}">
                    <a16:creationId xmlns:a16="http://schemas.microsoft.com/office/drawing/2014/main" id="{F4638E8C-139A-0334-6DDD-CCDA6A409B5B}"/>
                  </a:ext>
                </a:extLst>
              </p:cNvPr>
              <p:cNvSpPr/>
              <p:nvPr/>
            </p:nvSpPr>
            <p:spPr>
              <a:xfrm rot="13200000">
                <a:off x="5006193" y="3337693"/>
                <a:ext cx="254964" cy="309110"/>
              </a:xfrm>
              <a:prstGeom prst="line">
                <a:avLst/>
              </a:prstGeom>
              <a:noFill/>
              <a:ln w="22225">
                <a:solidFill>
                  <a:srgbClr val="3D4A5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Shape 45">
                <a:extLst>
                  <a:ext uri="{FF2B5EF4-FFF2-40B4-BE49-F238E27FC236}">
                    <a16:creationId xmlns:a16="http://schemas.microsoft.com/office/drawing/2014/main" id="{D4A010C3-6E85-F74A-BF83-735299C5C803}"/>
                  </a:ext>
                </a:extLst>
              </p:cNvPr>
              <p:cNvSpPr/>
              <p:nvPr/>
            </p:nvSpPr>
            <p:spPr>
              <a:xfrm rot="13200000" flipH="1">
                <a:off x="4981468" y="3358367"/>
                <a:ext cx="316832" cy="265850"/>
              </a:xfrm>
              <a:prstGeom prst="line">
                <a:avLst/>
              </a:prstGeom>
              <a:noFill/>
              <a:ln w="22225">
                <a:solidFill>
                  <a:srgbClr val="3D4A5C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043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3DFE08-694E-B023-1729-DADE10E63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3751"/>
            <a:ext cx="5486411" cy="41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5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48377-F4B2-C5BF-2273-9F2442D84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60" y="27866"/>
            <a:ext cx="4760582" cy="3809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3982C-75F8-C77B-B76B-BC029BEC2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27866"/>
            <a:ext cx="4760582" cy="38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4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5AEB2A-4CF9-75D8-F536-019AAF579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813"/>
            <a:ext cx="4244070" cy="3396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F6505E-E132-A519-9416-5FD1B6F72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964" y="-17814"/>
            <a:ext cx="4244071" cy="3396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B92037-C2A9-4ACE-303D-E088B764E1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7932" y="0"/>
            <a:ext cx="428487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8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2397F-2441-12D1-495C-BA8651683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60582" cy="3809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FD3542-9403-0E8B-CE5A-305F96BB4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-1"/>
            <a:ext cx="4760582" cy="38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71F13-DBAB-8915-EFC5-7C1D04C03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45" b="13333"/>
          <a:stretch>
            <a:fillRect/>
          </a:stretch>
        </p:blipFill>
        <p:spPr>
          <a:xfrm>
            <a:off x="2381250" y="990600"/>
            <a:ext cx="7429500" cy="4953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977D1D-C6C4-1CC7-097B-6D3B23A2D300}"/>
              </a:ext>
            </a:extLst>
          </p:cNvPr>
          <p:cNvSpPr txBox="1"/>
          <p:nvPr/>
        </p:nvSpPr>
        <p:spPr>
          <a:xfrm rot="3451199">
            <a:off x="7247069" y="2109537"/>
            <a:ext cx="810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ASAP7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6346D-C06A-27EE-6A3F-944393526F55}"/>
              </a:ext>
            </a:extLst>
          </p:cNvPr>
          <p:cNvSpPr txBox="1"/>
          <p:nvPr/>
        </p:nvSpPr>
        <p:spPr>
          <a:xfrm rot="16200000">
            <a:off x="4035315" y="3084715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CNFET7</a:t>
            </a:r>
          </a:p>
        </p:txBody>
      </p:sp>
    </p:spTree>
    <p:extLst>
      <p:ext uri="{BB962C8B-B14F-4D97-AF65-F5344CB8AC3E}">
        <p14:creationId xmlns:p14="http://schemas.microsoft.com/office/powerpoint/2010/main" val="4149952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237</Words>
  <Application>Microsoft Office PowerPoint</Application>
  <PresentationFormat>Widescreen</PresentationFormat>
  <Paragraphs>110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1906055 - Tasmin Khan</cp:lastModifiedBy>
  <cp:revision>17</cp:revision>
  <dcterms:created xsi:type="dcterms:W3CDTF">2026-08-29T04:34:16Z</dcterms:created>
  <dcterms:modified xsi:type="dcterms:W3CDTF">2026-09-13T21:57:43Z</dcterms:modified>
</cp:coreProperties>
</file>