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66" r:id="rId4"/>
    <p:sldId id="265" r:id="rId5"/>
    <p:sldId id="26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85" autoAdjust="0"/>
    <p:restoredTop sz="94660"/>
  </p:normalViewPr>
  <p:slideViewPr>
    <p:cSldViewPr>
      <p:cViewPr varScale="1">
        <p:scale>
          <a:sx n="85" d="100"/>
          <a:sy n="85" d="100"/>
        </p:scale>
        <p:origin x="67" y="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52700-B0F6-2015-198D-5F5068DFE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74044A-61A2-02FA-89D9-B71888576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DC605-610C-E1C5-E872-0705C9F38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982E2-E999-5FDD-FAB4-D2D3A2CED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56F0E-C8E5-1BAC-878C-0AF9218D3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92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51D1-AE38-2071-3C4F-670DD5971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04B48-44DB-D462-9507-15D88138C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45DCB-0139-EF66-BBD6-591712470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CF0D4-EDB2-3E98-4F94-3AAE8E7BC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60C3D-2F5A-41EF-794F-9ED27CDA7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04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840D4-76A4-C140-15A0-4D20373D0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8CF4B-F907-C477-93B9-7A454AD04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9B81A-91FB-B09A-4B0B-8930C19EC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03C78-9F88-6F34-4E40-77DAE3FD2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F2B33-CFF5-8AF9-0C90-4DD0ABC3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08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26D94-B9D4-C063-3FC4-D26336979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35627-4A41-6DD8-FF1D-B9B5FEFFAC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D2318-39BE-7037-34D9-21AD7C629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AC3F1-BEDB-BBA0-9199-31D3B5849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0BB81-92CD-B34D-78B8-F85EAFFF4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E681A1-EF0C-6F44-38C5-B1A80F40B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592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A5E28-092E-81D2-80EB-62ED3FE38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EBB6C-1DB2-FC7C-2146-D3FD1498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97783-3738-2BE1-B4F1-10FE97A22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FE09A4-D517-4C1B-FC19-8F83BE5D5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BE3AE3-0E71-CFDA-1613-126E8CB73F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464BD4-0942-984D-20DC-DF698AEA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662A3-D007-5B75-99DB-89869B9EC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6E8EEB-0F8C-4E40-D822-D118C69B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95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C1C1C-06D4-586F-7AA5-CA32F44D4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F0A8AE-49B2-5280-D16E-4452D742E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D0E8A-71A7-3767-85CD-87E305E7D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56884A-2510-AD01-3C58-906388E8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59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C17F80-CCA5-E784-02B8-E81113E05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B1E62A-33CC-D0B5-7711-BC02A1664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0F633-F959-65A6-B3C9-AFB5F85A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50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96DBC-2730-AA32-7EC5-E34884821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DA1D9-0F03-C723-30EC-5358CF5E4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92554-39A6-52F6-DAD3-4DC7514B3F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12458-1EDF-E901-2698-B8F7D13D1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21009-7319-D5AB-5FEB-C78524B1F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EF015E-964D-B957-40FE-96D92AD5B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68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ADEC-DF2B-8272-9C5F-400786448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9C75A4-2776-CE57-B942-C9CD317AA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D7AC47-B81E-CEC9-BB99-C41766B75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C77BC-1323-7941-7B5C-46B10BB9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6F0E5-5DE8-8A05-07E0-7ADA08818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D39D0-66C4-AB9C-9083-1E651C5B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911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5D21D-EC8E-DF7F-4A75-0B5F7CFEB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CAC0E-7F04-117A-E520-040817CB9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4AEFE-6E76-F679-CAAE-DBAF3DF17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58280-E1AA-B4EB-9A60-8EA19077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A11FD-A35E-04E9-0C57-BBCD855B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152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247128-4602-7239-4479-B1CF925AF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5FE45-16A4-2946-92F7-2845E82F9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20ED6-2FBF-41C2-504E-E373C9A3C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9CB50-0CAE-4E53-CA46-5B0C0B2DB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07182-E1FD-EA38-31C9-BCA38846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29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78FD95-8D8B-F099-E4DE-F8A1D644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7289C-D218-9A5F-91C7-7430F58A1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12AC9-5C44-A1A4-019E-D9A9E0CF26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8F17C-98DB-4916-AC31-E43A76D2944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16FF4-3FB9-6254-B00C-53410A0475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EA25A-5FEC-57C3-4AFC-15DD4BC28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1FE13D-997E-CEAF-5154-F965CD29158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09375" y="6672580"/>
            <a:ext cx="13938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GF Confidential – Need to know</a:t>
            </a:r>
          </a:p>
        </p:txBody>
      </p:sp>
    </p:spTree>
    <p:extLst>
      <p:ext uri="{BB962C8B-B14F-4D97-AF65-F5344CB8AC3E}">
        <p14:creationId xmlns:p14="http://schemas.microsoft.com/office/powerpoint/2010/main" val="1356001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AE2D-7B0A-0215-CE83-26496565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/>
              <a:t>Synthesized Netlist cnfet7 CCS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F89CDE-37A6-504D-2064-6D0285BD9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614" y="1440007"/>
            <a:ext cx="5448772" cy="39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883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62503-15E9-48DD-F445-3CC98702F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ED6E4-DF5D-CFA8-0127-1B9558CC0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/>
              <a:t>Synthesis Report ASAP7 CCS: timing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073D99-2429-D1A4-469C-273801E6C5A0}"/>
              </a:ext>
            </a:extLst>
          </p:cNvPr>
          <p:cNvSpPr txBox="1"/>
          <p:nvPr/>
        </p:nvSpPr>
        <p:spPr>
          <a:xfrm>
            <a:off x="1577338" y="1492621"/>
            <a:ext cx="9410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Timing				power	 			area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BDB205-2399-804F-B596-8F1F05BF5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165" y="2682388"/>
            <a:ext cx="3665538" cy="21185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FC9358-519D-C778-93F9-CE66E087A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469" y="3001377"/>
            <a:ext cx="3589331" cy="12955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46C1D5-D2EA-A8CF-E3BD-DD0C4493E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129624"/>
            <a:ext cx="2961082" cy="310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106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2BAA0-DE5C-310B-FBB1-D9B3BC9BF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958AA-C904-539C-34D0-C5AE6FFCC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PnR</a:t>
            </a:r>
            <a:r>
              <a:rPr lang="en-US" sz="2400" b="1" dirty="0"/>
              <a:t> CNFET7 no ring no filler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E1DCA7-03B3-33C4-2ACF-E5A9DF553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739" y="1177746"/>
            <a:ext cx="5235394" cy="49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64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7DEF4-7AAB-25A4-323F-5D890BE9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ECF60-78B9-6221-F9D6-50A50573D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PnR</a:t>
            </a:r>
            <a:r>
              <a:rPr lang="en-US" sz="2400" b="1" dirty="0"/>
              <a:t> CNFET7 no ring metal fill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AF759-A1D4-C89D-951B-28AA4AF82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355" y="1248342"/>
            <a:ext cx="5197290" cy="50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00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CC9EC-DB2A-3A5A-257A-8059D2EC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7CC96-39C6-F4AB-62CF-7E42511FD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Nanoroute</a:t>
            </a:r>
            <a:r>
              <a:rPr lang="en-US" sz="2400" b="1" dirty="0"/>
              <a:t> Cnfet7 reports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B57238-0766-FED1-81F2-98B5A1AB0F9E}"/>
              </a:ext>
            </a:extLst>
          </p:cNvPr>
          <p:cNvSpPr txBox="1"/>
          <p:nvPr/>
        </p:nvSpPr>
        <p:spPr>
          <a:xfrm>
            <a:off x="1577338" y="1492621"/>
            <a:ext cx="9410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Timing	setup			           hold	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281136-6F65-3B8B-3322-25D60A634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81" y="2422439"/>
            <a:ext cx="4618120" cy="27967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A03E28-F8F8-0989-B1B9-FC659E4FA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033" y="2517697"/>
            <a:ext cx="4328535" cy="26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061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A5BA5-31D5-CF28-ACD4-92691B133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0FE2B-6A66-832A-5589-6AA6B7A17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Nanoroute</a:t>
            </a:r>
            <a:r>
              <a:rPr lang="en-US" sz="2400" b="1" dirty="0"/>
              <a:t> Cnfet7 reports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0D431F-5B00-9025-B0D1-0D0BE0FB1E4E}"/>
              </a:ext>
            </a:extLst>
          </p:cNvPr>
          <p:cNvSpPr txBox="1"/>
          <p:nvPr/>
        </p:nvSpPr>
        <p:spPr>
          <a:xfrm>
            <a:off x="1577338" y="1492621"/>
            <a:ext cx="9410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power 					 			area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A84179-A70A-81BB-BD14-34970A821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066" y="2444851"/>
            <a:ext cx="4541914" cy="8763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5E87F4-D977-8CCC-AB09-A1B218E92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051" y="2749677"/>
            <a:ext cx="5269130" cy="157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156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DFB55-3C5E-58A1-16D6-4705F7D07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DDC1D-6641-313C-7F70-ACE311C84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Nanoroute</a:t>
            </a:r>
            <a:r>
              <a:rPr lang="en-US" sz="2400" b="1" dirty="0"/>
              <a:t> HTML report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26B770-7A1C-4CAA-A49F-EFB2E1C1D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07" y="1197921"/>
            <a:ext cx="4846740" cy="48924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78D2C4-A375-C7C6-0BD3-3B79FE655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777" y="238449"/>
            <a:ext cx="4816257" cy="544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77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534D1-A1FE-36A1-5DE5-A36EF1242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C17E8-1E53-3C24-54E2-54671E3DE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Nanoroute</a:t>
            </a:r>
            <a:r>
              <a:rPr lang="en-US" sz="2400" b="1" dirty="0"/>
              <a:t> HTML report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A1392C-97E7-F594-0D90-4FC174B63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29" y="1255058"/>
            <a:ext cx="3843393" cy="48163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373D42-050C-B12A-5DFC-AFA658B6D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372" y="365126"/>
            <a:ext cx="4846740" cy="24919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DED432-9E57-96A7-B7CE-A7719E2DC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0372" y="3429000"/>
            <a:ext cx="4778154" cy="230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522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FADFA-09D9-7B4E-6949-1D66246CD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4BE8-E00F-A5A7-4C90-4C4D0646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PnR</a:t>
            </a:r>
            <a:r>
              <a:rPr lang="en-US" sz="2400" b="1" dirty="0"/>
              <a:t> CNFET7 yes ring no filler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11D76-D05D-B6F8-6C14-931E8BAA6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400" y="1177280"/>
            <a:ext cx="5311600" cy="49610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D37EB8-AE37-67B8-ECE1-6349FB5D6D13}"/>
              </a:ext>
            </a:extLst>
          </p:cNvPr>
          <p:cNvSpPr txBox="1"/>
          <p:nvPr/>
        </p:nvSpPr>
        <p:spPr>
          <a:xfrm>
            <a:off x="4152900" y="1371600"/>
            <a:ext cx="3276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Neuron </a:t>
            </a:r>
            <a:r>
              <a:rPr lang="en-US" sz="2400" b="1" dirty="0" err="1">
                <a:solidFill>
                  <a:schemeClr val="bg1"/>
                </a:solidFill>
              </a:rPr>
              <a:t>PnR</a:t>
            </a:r>
            <a:r>
              <a:rPr lang="en-US" sz="2400" b="1" dirty="0">
                <a:solidFill>
                  <a:schemeClr val="bg1"/>
                </a:solidFill>
              </a:rPr>
              <a:t> in CNFET7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682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F777C-E21D-A811-2441-6F9416724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02F05-60AF-B308-392E-71DD8982D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PnR</a:t>
            </a:r>
            <a:r>
              <a:rPr lang="en-US" sz="2400" b="1" dirty="0"/>
              <a:t> CNFET7 yes ring metal fill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512AFC-6D85-2E49-2051-76CA6361E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200" y="1342922"/>
            <a:ext cx="5311600" cy="496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397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23AB3-55D8-48EF-4795-4EABCA711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3383-5341-0A7A-48CD-D40D9D49E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Nanoroute</a:t>
            </a:r>
            <a:r>
              <a:rPr lang="en-US" sz="2400" b="1" dirty="0"/>
              <a:t> Cnfet7 reports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2C1783-2CB1-4AB7-66E0-8042CF2B665C}"/>
              </a:ext>
            </a:extLst>
          </p:cNvPr>
          <p:cNvSpPr txBox="1"/>
          <p:nvPr/>
        </p:nvSpPr>
        <p:spPr>
          <a:xfrm>
            <a:off x="1577338" y="1492621"/>
            <a:ext cx="9410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Timing	setup			           hold	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BE7BD8-C726-034A-2598-3F12CDDA0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14436"/>
            <a:ext cx="4206605" cy="26291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7749C8-6F87-E4EA-EEBB-8428DA249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17" y="2422439"/>
            <a:ext cx="4557155" cy="275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132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9476D-6203-8714-862A-02D762E5E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16F1A-2D41-3700-CEF3-ABE0792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Nanoroute</a:t>
            </a:r>
            <a:r>
              <a:rPr lang="en-US" sz="2400" b="1" dirty="0"/>
              <a:t> Cnfet7 reports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3CFF43-1048-9DC2-65A2-C3747A37AD2B}"/>
              </a:ext>
            </a:extLst>
          </p:cNvPr>
          <p:cNvSpPr txBox="1"/>
          <p:nvPr/>
        </p:nvSpPr>
        <p:spPr>
          <a:xfrm>
            <a:off x="1577338" y="1492621"/>
            <a:ext cx="9410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power 					 			area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85244A-864B-DB33-3984-2D1CD986A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72115"/>
            <a:ext cx="3673158" cy="10516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5EF446-6576-3EA6-A56D-6AEA87532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957" y="3325906"/>
            <a:ext cx="4770533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772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0CBBA-AD92-633B-2512-BF7C09904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FF81B-0CEB-32C2-7651-4A8A29EEB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Nanoroute</a:t>
            </a:r>
            <a:r>
              <a:rPr lang="en-US" sz="2400" b="1" dirty="0"/>
              <a:t> HTML report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AEB866-213D-DBEA-BA3C-F76600E60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16" y="1257187"/>
            <a:ext cx="4930567" cy="2606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9D8BBF-257B-8E8E-6E9A-4675C6640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165" y="365126"/>
            <a:ext cx="4839119" cy="545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29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C3E35-CA25-6698-5576-89BA686AE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14683-4106-428C-EA4A-D95E95784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Nanoroute</a:t>
            </a:r>
            <a:r>
              <a:rPr lang="en-US" sz="2400" b="1" dirty="0"/>
              <a:t> HTML report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8105D6-A0C2-7A10-D941-EA149A7E3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8930"/>
            <a:ext cx="4143364" cy="50480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674145-BBDB-ABA3-9C12-FB6BCEAF8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716" y="1024468"/>
            <a:ext cx="4861981" cy="24919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2FE64D-03F1-4D62-0B95-795AE9CC4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9336" y="3782973"/>
            <a:ext cx="4854361" cy="214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07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ED5A8-0FB4-90A9-104A-2E9C1CB7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95CE5-4E6D-774B-2298-16C6E1757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PnR</a:t>
            </a:r>
            <a:r>
              <a:rPr lang="en-US" sz="2400" b="1" dirty="0"/>
              <a:t> CNFET7 yes ring no metal fill 70%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838348-0B57-7108-30BC-C95C5DA6B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200" y="1342922"/>
            <a:ext cx="5311600" cy="496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464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5706A-42FD-7532-57D0-DDFE96E80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63071-0589-7D20-0906-2D7A825D0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Nanoroute</a:t>
            </a:r>
            <a:r>
              <a:rPr lang="en-US" sz="2400" b="1" dirty="0"/>
              <a:t> Cnfet7 reports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1E30B4-4134-64DB-FA6C-A5C5A974FF74}"/>
              </a:ext>
            </a:extLst>
          </p:cNvPr>
          <p:cNvSpPr txBox="1"/>
          <p:nvPr/>
        </p:nvSpPr>
        <p:spPr>
          <a:xfrm>
            <a:off x="1577338" y="1492621"/>
            <a:ext cx="9410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Timing	setup			           hold	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471A46-F806-8462-3E9F-A5CDCDAFB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41" y="2057400"/>
            <a:ext cx="4503810" cy="35969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4AF268-EBB9-24DC-9A3B-37B3B857B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2057400"/>
            <a:ext cx="4427604" cy="350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97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E48A6-4762-D5B0-8132-CD811B46A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04357-1822-798A-116D-997BDC07B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Nanoroute</a:t>
            </a:r>
            <a:r>
              <a:rPr lang="en-US" sz="2400" b="1" dirty="0"/>
              <a:t> Cnfet7 reports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F5194E-9D3A-3614-3674-CB149590556D}"/>
              </a:ext>
            </a:extLst>
          </p:cNvPr>
          <p:cNvSpPr txBox="1"/>
          <p:nvPr/>
        </p:nvSpPr>
        <p:spPr>
          <a:xfrm>
            <a:off x="1577338" y="1492621"/>
            <a:ext cx="9410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power 					 			area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0F40CB-F627-4ADF-D2A8-392684353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3429000"/>
            <a:ext cx="4915326" cy="8382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02BBA9-29AC-83DE-51B1-916B0EB9F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41" y="3213828"/>
            <a:ext cx="3635055" cy="106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568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7FC4C-5429-5952-C642-F36DF2DB0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49DDF-2705-8C23-3CEB-42FF932CF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Nanoroute</a:t>
            </a:r>
            <a:r>
              <a:rPr lang="en-US" sz="2400" b="1" dirty="0"/>
              <a:t> HTML report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6DB9F2-E3BB-50EA-83E1-EE5D04F7B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4541914" cy="24919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644D2F-4928-3AE7-C347-237683D0C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94797"/>
            <a:ext cx="4648603" cy="54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76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394C2-3698-21B5-B6D1-A54655521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58387-FDA5-0F96-F9AC-DC00875AD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342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Nanoroute</a:t>
            </a:r>
            <a:r>
              <a:rPr lang="en-US" sz="2400" b="1" dirty="0"/>
              <a:t> HTML report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E62BFB-1144-B618-C2FD-FAAE76B41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66800"/>
            <a:ext cx="3836799" cy="50480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DAB3D5-7E6F-99E9-45F4-8917075BA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407" y="762000"/>
            <a:ext cx="4549534" cy="24919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BE4F0A-C60B-CBF3-9451-750E1BA3A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1407" y="3619454"/>
            <a:ext cx="4572396" cy="214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929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155</Words>
  <Application>Microsoft Office PowerPoint</Application>
  <PresentationFormat>Widescreen</PresentationFormat>
  <Paragraphs>27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Office Theme</vt:lpstr>
      <vt:lpstr>Synthesized Netlist cnfet7 CCS</vt:lpstr>
      <vt:lpstr>Synthesis Report ASAP7 CCS: timing</vt:lpstr>
      <vt:lpstr>PnR CNFET7 no ring no filler</vt:lpstr>
      <vt:lpstr>PnR CNFET7 no ring metal fill</vt:lpstr>
      <vt:lpstr>Nanoroute Cnfet7 reports</vt:lpstr>
      <vt:lpstr>Nanoroute Cnfet7 reports</vt:lpstr>
      <vt:lpstr>Nanoroute HTML report</vt:lpstr>
      <vt:lpstr>Nanoroute HTML report</vt:lpstr>
      <vt:lpstr>PnR CNFET7 yes ring no filler</vt:lpstr>
      <vt:lpstr>PnR CNFET7 yes ring metal fill</vt:lpstr>
      <vt:lpstr>Nanoroute Cnfet7 reports</vt:lpstr>
      <vt:lpstr>Nanoroute Cnfet7 reports</vt:lpstr>
      <vt:lpstr>Nanoroute HTML report</vt:lpstr>
      <vt:lpstr>Nanoroute HTML report</vt:lpstr>
      <vt:lpstr>PnR CNFET7 yes ring no metal fill 70%</vt:lpstr>
      <vt:lpstr>Nanoroute Cnfet7 reports</vt:lpstr>
      <vt:lpstr>Nanoroute Cnfet7 reports</vt:lpstr>
      <vt:lpstr>Nanoroute HTML report</vt:lpstr>
      <vt:lpstr>Nanoroute HTML report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1906055 - Tasmin Khan</dc:creator>
  <cp:lastModifiedBy>1906055 - Tasmin Khan</cp:lastModifiedBy>
  <cp:revision>26</cp:revision>
  <dcterms:created xsi:type="dcterms:W3CDTF">2026-08-26T12:56:29Z</dcterms:created>
  <dcterms:modified xsi:type="dcterms:W3CDTF">2026-08-31T11:47:53Z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ca57d1-3aa4-4263-b77d-b314ae31f9a4_Enabled">
    <vt:lpwstr>true</vt:lpwstr>
  </property>
  <property fmtid="{D5CDD505-2E9C-101B-9397-08002B2CF9AE}" pid="3" name="MSIP_Label_40ca57d1-3aa4-4263-b77d-b314ae31f9a4_SetDate">
    <vt:lpwstr>2026-08-29T22:42:56Z</vt:lpwstr>
  </property>
  <property fmtid="{D5CDD505-2E9C-101B-9397-08002B2CF9AE}" pid="4" name="MSIP_Label_40ca57d1-3aa4-4263-b77d-b314ae31f9a4_Method">
    <vt:lpwstr>Standard</vt:lpwstr>
  </property>
  <property fmtid="{D5CDD505-2E9C-101B-9397-08002B2CF9AE}" pid="5" name="MSIP_Label_40ca57d1-3aa4-4263-b77d-b314ae31f9a4_Name">
    <vt:lpwstr>Need to Know</vt:lpwstr>
  </property>
  <property fmtid="{D5CDD505-2E9C-101B-9397-08002B2CF9AE}" pid="6" name="MSIP_Label_40ca57d1-3aa4-4263-b77d-b314ae31f9a4_SiteId">
    <vt:lpwstr>039f6d49-43bb-4a53-b299-4fa0c7fc2276</vt:lpwstr>
  </property>
  <property fmtid="{D5CDD505-2E9C-101B-9397-08002B2CF9AE}" pid="7" name="MSIP_Label_40ca57d1-3aa4-4263-b77d-b314ae31f9a4_ActionId">
    <vt:lpwstr>fdfb3c39-0016-4d63-afd5-e7b757670c5c</vt:lpwstr>
  </property>
  <property fmtid="{D5CDD505-2E9C-101B-9397-08002B2CF9AE}" pid="8" name="MSIP_Label_40ca57d1-3aa4-4263-b77d-b314ae31f9a4_ContentBits">
    <vt:lpwstr>2</vt:lpwstr>
  </property>
  <property fmtid="{D5CDD505-2E9C-101B-9397-08002B2CF9AE}" pid="9" name="MSIP_Label_40ca57d1-3aa4-4263-b77d-b314ae31f9a4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GF Confidential – Need to know</vt:lpwstr>
  </property>
</Properties>
</file>