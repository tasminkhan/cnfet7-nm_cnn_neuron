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4" r:id="rId3"/>
    <p:sldId id="272" r:id="rId4"/>
    <p:sldId id="265" r:id="rId5"/>
    <p:sldId id="267" r:id="rId6"/>
    <p:sldId id="269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43" d="100"/>
          <a:sy n="43" d="100"/>
        </p:scale>
        <p:origin x="4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52700-B0F6-2015-198D-5F5068DFE2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74044A-61A2-02FA-89D9-B71888576F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DC605-610C-E1C5-E872-0705C9F38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8F17C-98DB-4916-AC31-E43A76D2944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982E2-E999-5FDD-FAB4-D2D3A2CED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56F0E-C8E5-1BAC-878C-0AF9218D3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11C61-94C8-40FE-9EF7-EB845BABB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792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451D1-AE38-2071-3C4F-670DD5971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04B48-44DB-D462-9507-15D88138C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45DCB-0139-EF66-BBD6-591712470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8F17C-98DB-4916-AC31-E43A76D2944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CF0D4-EDB2-3E98-4F94-3AAE8E7BC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60C3D-2F5A-41EF-794F-9ED27CDA7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11C61-94C8-40FE-9EF7-EB845BABB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004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840D4-76A4-C140-15A0-4D20373D0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8CF4B-F907-C477-93B9-7A454AD04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9B81A-91FB-B09A-4B0B-8930C19EC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8F17C-98DB-4916-AC31-E43A76D2944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03C78-9F88-6F34-4E40-77DAE3FD2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F2B33-CFF5-8AF9-0C90-4DD0ABC3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11C61-94C8-40FE-9EF7-EB845BABB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108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26D94-B9D4-C063-3FC4-D26336979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35627-4A41-6DD8-FF1D-B9B5FEFFAC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AD2318-39BE-7037-34D9-21AD7C629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7AC3F1-BEDB-BBA0-9199-31D3B5849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8F17C-98DB-4916-AC31-E43A76D2944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C0BB81-92CD-B34D-78B8-F85EAFFF4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E681A1-EF0C-6F44-38C5-B1A80F40B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11C61-94C8-40FE-9EF7-EB845BABB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592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A5E28-092E-81D2-80EB-62ED3FE38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EBB6C-1DB2-FC7C-2146-D3FD14986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97783-3738-2BE1-B4F1-10FE97A22D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FE09A4-D517-4C1B-FC19-8F83BE5D58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BE3AE3-0E71-CFDA-1613-126E8CB73F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464BD4-0942-984D-20DC-DF698AEA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8F17C-98DB-4916-AC31-E43A76D2944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7662A3-D007-5B75-99DB-89869B9EC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6E8EEB-0F8C-4E40-D822-D118C69BE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11C61-94C8-40FE-9EF7-EB845BABB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995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C1C1C-06D4-586F-7AA5-CA32F44D4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F0A8AE-49B2-5280-D16E-4452D742E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8F17C-98DB-4916-AC31-E43A76D2944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D0E8A-71A7-3767-85CD-87E305E7D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56884A-2510-AD01-3C58-906388E8E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11C61-94C8-40FE-9EF7-EB845BABB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598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C17F80-CCA5-E784-02B8-E81113E05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8F17C-98DB-4916-AC31-E43A76D2944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B1E62A-33CC-D0B5-7711-BC02A1664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10F633-F959-65A6-B3C9-AFB5F85AB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11C61-94C8-40FE-9EF7-EB845BABB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050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96DBC-2730-AA32-7EC5-E34884821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DA1D9-0F03-C723-30EC-5358CF5E4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692554-39A6-52F6-DAD3-4DC7514B3F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212458-1EDF-E901-2698-B8F7D13D1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8F17C-98DB-4916-AC31-E43A76D2944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A21009-7319-D5AB-5FEB-C78524B1F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EF015E-964D-B957-40FE-96D92AD5B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11C61-94C8-40FE-9EF7-EB845BABB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68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CADEC-DF2B-8272-9C5F-400786448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9C75A4-2776-CE57-B942-C9CD317AA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D7AC47-B81E-CEC9-BB99-C41766B751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CC77BC-1323-7941-7B5C-46B10BB9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8F17C-98DB-4916-AC31-E43A76D2944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A6F0E5-5DE8-8A05-07E0-7ADA08818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8D39D0-66C4-AB9C-9083-1E651C5B2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11C61-94C8-40FE-9EF7-EB845BABB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911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5D21D-EC8E-DF7F-4A75-0B5F7CFEB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5CAC0E-7F04-117A-E520-040817CB98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4AEFE-6E76-F679-CAAE-DBAF3DF17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8F17C-98DB-4916-AC31-E43A76D2944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58280-E1AA-B4EB-9A60-8EA190776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A11FD-A35E-04E9-0C57-BBCD855BC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11C61-94C8-40FE-9EF7-EB845BABB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152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247128-4602-7239-4479-B1CF925AF8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45FE45-16A4-2946-92F7-2845E82F92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20ED6-2FBF-41C2-504E-E373C9A3C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8F17C-98DB-4916-AC31-E43A76D2944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9CB50-0CAE-4E53-CA46-5B0C0B2DB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07182-E1FD-EA38-31C9-BCA388462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11C61-94C8-40FE-9EF7-EB845BABB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629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78FD95-8D8B-F099-E4DE-F8A1D644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7289C-D218-9A5F-91C7-7430F58A1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12AC9-5C44-A1A4-019E-D9A9E0CF26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8F17C-98DB-4916-AC31-E43A76D2944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16FF4-3FB9-6254-B00C-53410A0475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EA25A-5FEC-57C3-4AFC-15DD4BC28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B11C61-94C8-40FE-9EF7-EB845BABB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01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DAE2D-7B0A-0215-CE83-26496565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342"/>
          </a:xfrm>
        </p:spPr>
        <p:txBody>
          <a:bodyPr>
            <a:normAutofit/>
          </a:bodyPr>
          <a:lstStyle/>
          <a:p>
            <a:r>
              <a:rPr lang="en-US" sz="2400" b="1" dirty="0"/>
              <a:t>Synthesized Netlist ASAP7 CCS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042371-EFFC-CA3F-49C1-98DDF52EB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165" y="1821040"/>
            <a:ext cx="5189670" cy="321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883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62503-15E9-48DD-F445-3CC98702F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ED6E4-DF5D-CFA8-0127-1B9558CC0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342"/>
          </a:xfrm>
        </p:spPr>
        <p:txBody>
          <a:bodyPr>
            <a:normAutofit/>
          </a:bodyPr>
          <a:lstStyle/>
          <a:p>
            <a:r>
              <a:rPr lang="en-US" sz="2400" b="1" dirty="0"/>
              <a:t>Synthesis Report ASAP7 CCS: timing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6D6644-8CAD-D81E-2E78-BE8AE6EDE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250" y="2171591"/>
            <a:ext cx="3429297" cy="25148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073D99-2429-D1A4-469C-273801E6C5A0}"/>
              </a:ext>
            </a:extLst>
          </p:cNvPr>
          <p:cNvSpPr txBox="1"/>
          <p:nvPr/>
        </p:nvSpPr>
        <p:spPr>
          <a:xfrm>
            <a:off x="1577338" y="1492621"/>
            <a:ext cx="94108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Timing				power	 			area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9DB1AE-9AA7-6F50-F450-D8E9A8776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455" y="2884105"/>
            <a:ext cx="3703641" cy="14860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20E67F-39B9-C476-E1FD-60751897CF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1334" y="2358297"/>
            <a:ext cx="3589331" cy="214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106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BB76C-7AA7-468D-8F31-781D406FA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FE276-76C1-21B6-AC0B-81F6A8804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342"/>
          </a:xfrm>
        </p:spPr>
        <p:txBody>
          <a:bodyPr>
            <a:normAutofit/>
          </a:bodyPr>
          <a:lstStyle/>
          <a:p>
            <a:r>
              <a:rPr lang="en-US" sz="2400" b="1" dirty="0" err="1"/>
              <a:t>PnR</a:t>
            </a:r>
            <a:r>
              <a:rPr lang="en-US" sz="2400" b="1" dirty="0"/>
              <a:t> ASAP7 60% utilization no ring no filler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6D62CF-7CA7-EE70-044B-486FBD16C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113" y="1115264"/>
            <a:ext cx="5227773" cy="506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39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7DEF4-7AAB-25A4-323F-5D890BE93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ECF60-78B9-6221-F9D6-50A50573D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342"/>
          </a:xfrm>
        </p:spPr>
        <p:txBody>
          <a:bodyPr>
            <a:normAutofit/>
          </a:bodyPr>
          <a:lstStyle/>
          <a:p>
            <a:r>
              <a:rPr lang="en-US" sz="2400" b="1" dirty="0" err="1"/>
              <a:t>PnR</a:t>
            </a:r>
            <a:r>
              <a:rPr lang="en-US" sz="2400" b="1" dirty="0"/>
              <a:t> ASAP7 60% utilization no ring with filler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78297C-91AD-F34B-49C4-D069BE617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6389" y="1371790"/>
            <a:ext cx="5319221" cy="512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600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CC9EC-DB2A-3A5A-257A-8059D2EC2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7CC96-39C6-F4AB-62CF-7E42511FD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342"/>
          </a:xfrm>
        </p:spPr>
        <p:txBody>
          <a:bodyPr>
            <a:normAutofit/>
          </a:bodyPr>
          <a:lstStyle/>
          <a:p>
            <a:r>
              <a:rPr lang="en-US" sz="2400" b="1" dirty="0" err="1"/>
              <a:t>Nanoroute</a:t>
            </a:r>
            <a:r>
              <a:rPr lang="en-US" sz="2400" b="1" dirty="0"/>
              <a:t> ASAP7 reports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B57238-0766-FED1-81F2-98B5A1AB0F9E}"/>
              </a:ext>
            </a:extLst>
          </p:cNvPr>
          <p:cNvSpPr txBox="1"/>
          <p:nvPr/>
        </p:nvSpPr>
        <p:spPr>
          <a:xfrm>
            <a:off x="1577338" y="1492621"/>
            <a:ext cx="94108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Timing	setup			           hold	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4A5B43-AD25-DDBA-CDB6-8B1A07769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198" y="2453555"/>
            <a:ext cx="4427604" cy="19508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D8450C-6F5D-EDCE-7BB3-B8E9A708C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2898" y="2453555"/>
            <a:ext cx="4648603" cy="190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061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A5BA5-31D5-CF28-ACD4-92691B133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0FE2B-6A66-832A-5589-6AA6B7A17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342"/>
          </a:xfrm>
        </p:spPr>
        <p:txBody>
          <a:bodyPr>
            <a:normAutofit/>
          </a:bodyPr>
          <a:lstStyle/>
          <a:p>
            <a:r>
              <a:rPr lang="en-US" sz="2400" b="1" dirty="0" err="1"/>
              <a:t>Nanoroute</a:t>
            </a:r>
            <a:r>
              <a:rPr lang="en-US" sz="2400" b="1" dirty="0"/>
              <a:t> ASAP7 reports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0D431F-5B00-9025-B0D1-0D0BE0FB1E4E}"/>
              </a:ext>
            </a:extLst>
          </p:cNvPr>
          <p:cNvSpPr txBox="1"/>
          <p:nvPr/>
        </p:nvSpPr>
        <p:spPr>
          <a:xfrm>
            <a:off x="1577338" y="1492621"/>
            <a:ext cx="94108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power 					 			area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F12B90-6335-0AF6-3DFB-4B157A031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69" y="2247798"/>
            <a:ext cx="3947502" cy="11812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A65055-58BC-F693-2668-298188BC4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247798"/>
            <a:ext cx="7105872" cy="136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156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58287-082D-6A2E-06C4-A814A08BA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C1471-8099-FF33-982A-66F29D31A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342"/>
          </a:xfrm>
        </p:spPr>
        <p:txBody>
          <a:bodyPr>
            <a:normAutofit/>
          </a:bodyPr>
          <a:lstStyle/>
          <a:p>
            <a:r>
              <a:rPr lang="en-US" sz="2400" b="1" dirty="0"/>
              <a:t>report ASAP7 60% utilization no ring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E9D865-30DC-9395-8566-B4808C500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606" y="1024468"/>
            <a:ext cx="4498794" cy="23050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8722D7-BE98-2CE5-AD8A-752AADB10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06" y="3528476"/>
            <a:ext cx="3980335" cy="17775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CF3D74A-22C1-39D0-ABB2-44655D4D53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365" y="1268556"/>
            <a:ext cx="3758446" cy="401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539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05224-DEF6-0AA2-40C6-4F8D37CB2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BD15E-089D-A9FF-9C9D-152281533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342"/>
          </a:xfrm>
        </p:spPr>
        <p:txBody>
          <a:bodyPr>
            <a:normAutofit/>
          </a:bodyPr>
          <a:lstStyle/>
          <a:p>
            <a:r>
              <a:rPr lang="en-US" sz="2400" b="1" dirty="0"/>
              <a:t>report ASAP7 60% utilization no ring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399724-60A0-3622-874A-6386152D4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24468"/>
            <a:ext cx="4309768" cy="54667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EEB86E-EA4F-405E-6AEE-3059D3C1F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475" y="1082969"/>
            <a:ext cx="4816257" cy="26748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49C19C5-E7C1-66F6-2509-694BFDAC0E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7474" y="3921608"/>
            <a:ext cx="4816257" cy="256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38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F92C5-3ABD-11C0-63DE-35F3D385B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C3102-9271-27E3-A895-7767363E9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342"/>
          </a:xfrm>
        </p:spPr>
        <p:txBody>
          <a:bodyPr>
            <a:normAutofit/>
          </a:bodyPr>
          <a:lstStyle/>
          <a:p>
            <a:r>
              <a:rPr lang="en-US" sz="2400" b="1" dirty="0" err="1"/>
              <a:t>PnR</a:t>
            </a:r>
            <a:r>
              <a:rPr lang="en-US" sz="2400" b="1" dirty="0"/>
              <a:t> ASAP7 60% utilization yes ring no filler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3EAE1E-CF1A-E42C-4D23-4D358A16D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3062" y="1024468"/>
            <a:ext cx="5265876" cy="515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94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A97FC-5A4B-5A55-25D1-F8837CD73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30CC-5F01-CA27-0319-CCFB09FCB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342"/>
          </a:xfrm>
        </p:spPr>
        <p:txBody>
          <a:bodyPr>
            <a:normAutofit/>
          </a:bodyPr>
          <a:lstStyle/>
          <a:p>
            <a:r>
              <a:rPr lang="en-US" sz="2400" b="1" dirty="0" err="1"/>
              <a:t>PnR</a:t>
            </a:r>
            <a:r>
              <a:rPr lang="en-US" sz="2400" b="1" dirty="0"/>
              <a:t> ASAP7 60% utilization yes ring with filler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D37F6D-5651-6DC6-23F6-37D79DF06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886" y="1024468"/>
            <a:ext cx="5273497" cy="500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122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9D488-C965-A5B4-FD71-57A758FBA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1EF2A-5BBC-D75A-6A8D-044AFDBBB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342"/>
          </a:xfrm>
        </p:spPr>
        <p:txBody>
          <a:bodyPr>
            <a:normAutofit/>
          </a:bodyPr>
          <a:lstStyle/>
          <a:p>
            <a:r>
              <a:rPr lang="en-US" sz="2400" b="1" dirty="0" err="1"/>
              <a:t>Nanoroute</a:t>
            </a:r>
            <a:r>
              <a:rPr lang="en-US" sz="2400" b="1" dirty="0"/>
              <a:t> ASAP7 reports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520986-680D-78ED-36F7-4B1562E9F66B}"/>
              </a:ext>
            </a:extLst>
          </p:cNvPr>
          <p:cNvSpPr txBox="1"/>
          <p:nvPr/>
        </p:nvSpPr>
        <p:spPr>
          <a:xfrm>
            <a:off x="1577338" y="1492621"/>
            <a:ext cx="94108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Timing	setup			           hold	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4F19DE-3BB4-780D-DD90-6181E1B1C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793" y="2384339"/>
            <a:ext cx="4320914" cy="19966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D4AE7E-C00B-01F6-56D7-923EEBE3E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600" y="2384339"/>
            <a:ext cx="4610500" cy="195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507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AA2FC-19C7-1C1A-B391-5F009B771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35226-C844-E480-2001-8B1F94413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342"/>
          </a:xfrm>
        </p:spPr>
        <p:txBody>
          <a:bodyPr>
            <a:normAutofit/>
          </a:bodyPr>
          <a:lstStyle/>
          <a:p>
            <a:r>
              <a:rPr lang="en-US" sz="2400" b="1" dirty="0" err="1"/>
              <a:t>Nanoroute</a:t>
            </a:r>
            <a:r>
              <a:rPr lang="en-US" sz="2400" b="1" dirty="0"/>
              <a:t> ASAP7 reports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127587-B9BE-C6DD-6C64-1A045F9E8533}"/>
              </a:ext>
            </a:extLst>
          </p:cNvPr>
          <p:cNvSpPr txBox="1"/>
          <p:nvPr/>
        </p:nvSpPr>
        <p:spPr>
          <a:xfrm>
            <a:off x="1577338" y="1492621"/>
            <a:ext cx="94108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power 					 			area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31F56D-25A5-296F-A049-8E8D97A9C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2422439"/>
            <a:ext cx="4023709" cy="12193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03AFC8-81CF-5870-1E25-E750E7FA5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448" y="2849820"/>
            <a:ext cx="4625741" cy="69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594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2FFFB-E6A5-5A58-CED7-42A5DD6AD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EB5C1-1115-5E93-CDF1-CE2932317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342"/>
          </a:xfrm>
        </p:spPr>
        <p:txBody>
          <a:bodyPr>
            <a:normAutofit/>
          </a:bodyPr>
          <a:lstStyle/>
          <a:p>
            <a:r>
              <a:rPr lang="en-US" sz="2400" b="1" dirty="0"/>
              <a:t>report ASAP7 60% utilization yes ring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61ED24-727E-81EA-A5E6-53307D2FD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69" y="1306717"/>
            <a:ext cx="4854361" cy="26062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F80142-FC15-9DFD-0F67-6F87DE6BC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026" y="694797"/>
            <a:ext cx="5006774" cy="542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830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DA33C-1735-CA76-7167-94AC3C663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5DE81-C671-55FA-A4B8-4CD4CD6A3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342"/>
          </a:xfrm>
        </p:spPr>
        <p:txBody>
          <a:bodyPr>
            <a:normAutofit/>
          </a:bodyPr>
          <a:lstStyle/>
          <a:p>
            <a:r>
              <a:rPr lang="en-US" sz="2400" b="1" dirty="0"/>
              <a:t>report ASAP7 60% utilization yes 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173977-04A5-EE33-BAB3-A1362CC14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1279650"/>
            <a:ext cx="4111411" cy="50989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89DCB7-F4E9-A147-BC2A-585AD00BD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77010"/>
            <a:ext cx="4732430" cy="2651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147135-024E-6356-CEFE-B36F9B2D33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3104" y="3665241"/>
            <a:ext cx="4915326" cy="241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451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1272</TotalTime>
  <Words>138</Words>
  <Application>Microsoft Office PowerPoint</Application>
  <PresentationFormat>Widescreen</PresentationFormat>
  <Paragraphs>19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Synthesized Netlist ASAP7 CCS</vt:lpstr>
      <vt:lpstr>Synthesis Report ASAP7 CCS: timing</vt:lpstr>
      <vt:lpstr>PnR ASAP7 60% utilization no ring no filler</vt:lpstr>
      <vt:lpstr>PnR ASAP7 60% utilization no ring with filler</vt:lpstr>
      <vt:lpstr>Nanoroute ASAP7 reports</vt:lpstr>
      <vt:lpstr>Nanoroute ASAP7 reports</vt:lpstr>
      <vt:lpstr>report ASAP7 60% utilization no ring </vt:lpstr>
      <vt:lpstr>report ASAP7 60% utilization no ring</vt:lpstr>
      <vt:lpstr>PnR ASAP7 60% utilization yes ring no filler</vt:lpstr>
      <vt:lpstr>PnR ASAP7 60% utilization yes ring with filler</vt:lpstr>
      <vt:lpstr>Nanoroute ASAP7 reports</vt:lpstr>
      <vt:lpstr>Nanoroute ASAP7 reports</vt:lpstr>
      <vt:lpstr>report ASAP7 60% utilization yes ring </vt:lpstr>
      <vt:lpstr>report ASAP7 60% utilization yes 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1906055 - Tasmin Khan</dc:creator>
  <cp:lastModifiedBy>1906055 - Tasmin Khan</cp:lastModifiedBy>
  <cp:revision>24</cp:revision>
  <dcterms:created xsi:type="dcterms:W3CDTF">2026-08-26T12:56:29Z</dcterms:created>
  <dcterms:modified xsi:type="dcterms:W3CDTF">2026-08-29T00:00:39Z</dcterms:modified>
</cp:coreProperties>
</file>